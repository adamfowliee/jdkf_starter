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2" r:id="rId5"/>
    <p:sldId id="261" r:id="rId6"/>
    <p:sldId id="263" r:id="rId7"/>
    <p:sldId id="259" r:id="rId8"/>
    <p:sldId id="257"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654DA-6763-4874-99F3-C26CCDD16497}" v="1076" dt="2026-07-23T10:53:52.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Fowlie" userId="898411d6-4a1a-4f8d-aa9a-7be41e0d8b26" providerId="ADAL" clId="{758D3923-C5DB-4BEF-90DF-1B378A904A59}"/>
    <pc:docChg chg="undo custSel addSld delSld modSld sldOrd">
      <pc:chgData name="Adam Fowlie" userId="898411d6-4a1a-4f8d-aa9a-7be41e0d8b26" providerId="ADAL" clId="{758D3923-C5DB-4BEF-90DF-1B378A904A59}" dt="2026-07-23T11:02:28.200" v="9424" actId="20577"/>
      <pc:docMkLst>
        <pc:docMk/>
      </pc:docMkLst>
      <pc:sldChg chg="modSp mod">
        <pc:chgData name="Adam Fowlie" userId="898411d6-4a1a-4f8d-aa9a-7be41e0d8b26" providerId="ADAL" clId="{758D3923-C5DB-4BEF-90DF-1B378A904A59}" dt="2026-07-23T10:54:09.555" v="8724" actId="20577"/>
        <pc:sldMkLst>
          <pc:docMk/>
          <pc:sldMk cId="3089999864" sldId="256"/>
        </pc:sldMkLst>
        <pc:spChg chg="mod">
          <ac:chgData name="Adam Fowlie" userId="898411d6-4a1a-4f8d-aa9a-7be41e0d8b26" providerId="ADAL" clId="{758D3923-C5DB-4BEF-90DF-1B378A904A59}" dt="2026-07-23T08:16:42.085" v="1" actId="27636"/>
          <ac:spMkLst>
            <pc:docMk/>
            <pc:sldMk cId="3089999864" sldId="256"/>
            <ac:spMk id="2" creationId="{01A2934C-7D53-B087-3A12-D6FE58FB4295}"/>
          </ac:spMkLst>
        </pc:spChg>
        <pc:spChg chg="mod">
          <ac:chgData name="Adam Fowlie" userId="898411d6-4a1a-4f8d-aa9a-7be41e0d8b26" providerId="ADAL" clId="{758D3923-C5DB-4BEF-90DF-1B378A904A59}" dt="2026-07-23T10:54:09.555" v="8724" actId="20577"/>
          <ac:spMkLst>
            <pc:docMk/>
            <pc:sldMk cId="3089999864" sldId="256"/>
            <ac:spMk id="3" creationId="{E126A651-281B-3BA2-3B9D-0EE2EB7D7B32}"/>
          </ac:spMkLst>
        </pc:spChg>
      </pc:sldChg>
      <pc:sldChg chg="modSp new mod">
        <pc:chgData name="Adam Fowlie" userId="898411d6-4a1a-4f8d-aa9a-7be41e0d8b26" providerId="ADAL" clId="{758D3923-C5DB-4BEF-90DF-1B378A904A59}" dt="2026-07-23T09:01:34.145" v="2604" actId="20577"/>
        <pc:sldMkLst>
          <pc:docMk/>
          <pc:sldMk cId="4183393884" sldId="257"/>
        </pc:sldMkLst>
        <pc:spChg chg="mod">
          <ac:chgData name="Adam Fowlie" userId="898411d6-4a1a-4f8d-aa9a-7be41e0d8b26" providerId="ADAL" clId="{758D3923-C5DB-4BEF-90DF-1B378A904A59}" dt="2026-07-23T09:01:34.145" v="2604" actId="20577"/>
          <ac:spMkLst>
            <pc:docMk/>
            <pc:sldMk cId="4183393884" sldId="257"/>
            <ac:spMk id="2" creationId="{05BA8D6A-9596-6700-6F1F-EF9AEA2063B5}"/>
          </ac:spMkLst>
        </pc:spChg>
      </pc:sldChg>
      <pc:sldChg chg="modSp new mod">
        <pc:chgData name="Adam Fowlie" userId="898411d6-4a1a-4f8d-aa9a-7be41e0d8b26" providerId="ADAL" clId="{758D3923-C5DB-4BEF-90DF-1B378A904A59}" dt="2026-07-23T08:20:19.118" v="337" actId="20577"/>
        <pc:sldMkLst>
          <pc:docMk/>
          <pc:sldMk cId="246148895" sldId="258"/>
        </pc:sldMkLst>
        <pc:spChg chg="mod">
          <ac:chgData name="Adam Fowlie" userId="898411d6-4a1a-4f8d-aa9a-7be41e0d8b26" providerId="ADAL" clId="{758D3923-C5DB-4BEF-90DF-1B378A904A59}" dt="2026-07-23T08:17:38.682" v="81" actId="20577"/>
          <ac:spMkLst>
            <pc:docMk/>
            <pc:sldMk cId="246148895" sldId="258"/>
            <ac:spMk id="2" creationId="{765F827E-C1C4-78EF-E429-A250D41C0321}"/>
          </ac:spMkLst>
        </pc:spChg>
        <pc:spChg chg="mod">
          <ac:chgData name="Adam Fowlie" userId="898411d6-4a1a-4f8d-aa9a-7be41e0d8b26" providerId="ADAL" clId="{758D3923-C5DB-4BEF-90DF-1B378A904A59}" dt="2026-07-23T08:20:19.118" v="337" actId="20577"/>
          <ac:spMkLst>
            <pc:docMk/>
            <pc:sldMk cId="246148895" sldId="258"/>
            <ac:spMk id="3" creationId="{F563EBE3-7485-C384-F520-B9C5620EB480}"/>
          </ac:spMkLst>
        </pc:spChg>
      </pc:sldChg>
      <pc:sldChg chg="modSp new mod">
        <pc:chgData name="Adam Fowlie" userId="898411d6-4a1a-4f8d-aa9a-7be41e0d8b26" providerId="ADAL" clId="{758D3923-C5DB-4BEF-90DF-1B378A904A59}" dt="2026-07-23T08:58:55.924" v="2574" actId="20577"/>
        <pc:sldMkLst>
          <pc:docMk/>
          <pc:sldMk cId="426548962" sldId="259"/>
        </pc:sldMkLst>
        <pc:spChg chg="mod">
          <ac:chgData name="Adam Fowlie" userId="898411d6-4a1a-4f8d-aa9a-7be41e0d8b26" providerId="ADAL" clId="{758D3923-C5DB-4BEF-90DF-1B378A904A59}" dt="2026-07-23T08:58:55.924" v="2574" actId="20577"/>
          <ac:spMkLst>
            <pc:docMk/>
            <pc:sldMk cId="426548962" sldId="259"/>
            <ac:spMk id="2" creationId="{D8F71DCE-4361-3CF9-DA10-5D95DB43078C}"/>
          </ac:spMkLst>
        </pc:spChg>
        <pc:spChg chg="mod">
          <ac:chgData name="Adam Fowlie" userId="898411d6-4a1a-4f8d-aa9a-7be41e0d8b26" providerId="ADAL" clId="{758D3923-C5DB-4BEF-90DF-1B378A904A59}" dt="2026-07-23T08:57:43.883" v="2555" actId="27636"/>
          <ac:spMkLst>
            <pc:docMk/>
            <pc:sldMk cId="426548962" sldId="259"/>
            <ac:spMk id="3" creationId="{ED1C20C9-3B90-22D0-FC5E-3B9FB697CE3D}"/>
          </ac:spMkLst>
        </pc:spChg>
      </pc:sldChg>
      <pc:sldChg chg="modSp new mod ord">
        <pc:chgData name="Adam Fowlie" userId="898411d6-4a1a-4f8d-aa9a-7be41e0d8b26" providerId="ADAL" clId="{758D3923-C5DB-4BEF-90DF-1B378A904A59}" dt="2026-07-23T08:28:04.019" v="699" actId="1035"/>
        <pc:sldMkLst>
          <pc:docMk/>
          <pc:sldMk cId="858130553" sldId="260"/>
        </pc:sldMkLst>
        <pc:spChg chg="mod">
          <ac:chgData name="Adam Fowlie" userId="898411d6-4a1a-4f8d-aa9a-7be41e0d8b26" providerId="ADAL" clId="{758D3923-C5DB-4BEF-90DF-1B378A904A59}" dt="2026-07-23T08:26:07.362" v="625" actId="20577"/>
          <ac:spMkLst>
            <pc:docMk/>
            <pc:sldMk cId="858130553" sldId="260"/>
            <ac:spMk id="2" creationId="{4466FB75-D931-F9F5-6840-20CB052927E6}"/>
          </ac:spMkLst>
        </pc:spChg>
        <pc:spChg chg="mod">
          <ac:chgData name="Adam Fowlie" userId="898411d6-4a1a-4f8d-aa9a-7be41e0d8b26" providerId="ADAL" clId="{758D3923-C5DB-4BEF-90DF-1B378A904A59}" dt="2026-07-23T08:28:04.019" v="699" actId="1035"/>
          <ac:spMkLst>
            <pc:docMk/>
            <pc:sldMk cId="858130553" sldId="260"/>
            <ac:spMk id="3" creationId="{889F5816-C7D8-1B4B-16E6-3C5CB0662507}"/>
          </ac:spMkLst>
        </pc:spChg>
      </pc:sldChg>
      <pc:sldChg chg="modSp new mod">
        <pc:chgData name="Adam Fowlie" userId="898411d6-4a1a-4f8d-aa9a-7be41e0d8b26" providerId="ADAL" clId="{758D3923-C5DB-4BEF-90DF-1B378A904A59}" dt="2026-07-23T08:31:54.835" v="1151" actId="20577"/>
        <pc:sldMkLst>
          <pc:docMk/>
          <pc:sldMk cId="219466371" sldId="261"/>
        </pc:sldMkLst>
        <pc:spChg chg="mod">
          <ac:chgData name="Adam Fowlie" userId="898411d6-4a1a-4f8d-aa9a-7be41e0d8b26" providerId="ADAL" clId="{758D3923-C5DB-4BEF-90DF-1B378A904A59}" dt="2026-07-23T08:31:22.917" v="1054" actId="20577"/>
          <ac:spMkLst>
            <pc:docMk/>
            <pc:sldMk cId="219466371" sldId="261"/>
            <ac:spMk id="2" creationId="{8945389C-E81B-204E-AF24-B6222C6649B9}"/>
          </ac:spMkLst>
        </pc:spChg>
        <pc:spChg chg="mod">
          <ac:chgData name="Adam Fowlie" userId="898411d6-4a1a-4f8d-aa9a-7be41e0d8b26" providerId="ADAL" clId="{758D3923-C5DB-4BEF-90DF-1B378A904A59}" dt="2026-07-23T08:31:54.835" v="1151" actId="20577"/>
          <ac:spMkLst>
            <pc:docMk/>
            <pc:sldMk cId="219466371" sldId="261"/>
            <ac:spMk id="3" creationId="{A715E5B0-038D-325F-5178-3814A7E58DBA}"/>
          </ac:spMkLst>
        </pc:spChg>
      </pc:sldChg>
      <pc:sldChg chg="modSp new mod">
        <pc:chgData name="Adam Fowlie" userId="898411d6-4a1a-4f8d-aa9a-7be41e0d8b26" providerId="ADAL" clId="{758D3923-C5DB-4BEF-90DF-1B378A904A59}" dt="2026-07-23T08:30:00.303" v="1017" actId="20577"/>
        <pc:sldMkLst>
          <pc:docMk/>
          <pc:sldMk cId="348508988" sldId="262"/>
        </pc:sldMkLst>
        <pc:spChg chg="mod">
          <ac:chgData name="Adam Fowlie" userId="898411d6-4a1a-4f8d-aa9a-7be41e0d8b26" providerId="ADAL" clId="{758D3923-C5DB-4BEF-90DF-1B378A904A59}" dt="2026-07-23T08:28:52.987" v="727" actId="20577"/>
          <ac:spMkLst>
            <pc:docMk/>
            <pc:sldMk cId="348508988" sldId="262"/>
            <ac:spMk id="2" creationId="{4982378C-E1A2-E5BF-5CD8-529E5AECA778}"/>
          </ac:spMkLst>
        </pc:spChg>
        <pc:spChg chg="mod">
          <ac:chgData name="Adam Fowlie" userId="898411d6-4a1a-4f8d-aa9a-7be41e0d8b26" providerId="ADAL" clId="{758D3923-C5DB-4BEF-90DF-1B378A904A59}" dt="2026-07-23T08:30:00.303" v="1017" actId="20577"/>
          <ac:spMkLst>
            <pc:docMk/>
            <pc:sldMk cId="348508988" sldId="262"/>
            <ac:spMk id="3" creationId="{65B7DBD5-BC96-51B8-96CF-EA4F27794A63}"/>
          </ac:spMkLst>
        </pc:spChg>
      </pc:sldChg>
      <pc:sldChg chg="modSp new mod">
        <pc:chgData name="Adam Fowlie" userId="898411d6-4a1a-4f8d-aa9a-7be41e0d8b26" providerId="ADAL" clId="{758D3923-C5DB-4BEF-90DF-1B378A904A59}" dt="2026-07-23T08:49:43.369" v="2034" actId="5793"/>
        <pc:sldMkLst>
          <pc:docMk/>
          <pc:sldMk cId="4009942111" sldId="263"/>
        </pc:sldMkLst>
        <pc:spChg chg="mod">
          <ac:chgData name="Adam Fowlie" userId="898411d6-4a1a-4f8d-aa9a-7be41e0d8b26" providerId="ADAL" clId="{758D3923-C5DB-4BEF-90DF-1B378A904A59}" dt="2026-07-23T08:38:06.893" v="1375" actId="20577"/>
          <ac:spMkLst>
            <pc:docMk/>
            <pc:sldMk cId="4009942111" sldId="263"/>
            <ac:spMk id="2" creationId="{50A1B143-C6DB-073A-2D25-F63CF371C755}"/>
          </ac:spMkLst>
        </pc:spChg>
        <pc:spChg chg="mod">
          <ac:chgData name="Adam Fowlie" userId="898411d6-4a1a-4f8d-aa9a-7be41e0d8b26" providerId="ADAL" clId="{758D3923-C5DB-4BEF-90DF-1B378A904A59}" dt="2026-07-23T08:49:43.369" v="2034" actId="5793"/>
          <ac:spMkLst>
            <pc:docMk/>
            <pc:sldMk cId="4009942111" sldId="263"/>
            <ac:spMk id="3" creationId="{D7781C5B-D83F-5E9D-A489-1A8B978CBC1F}"/>
          </ac:spMkLst>
        </pc:spChg>
      </pc:sldChg>
      <pc:sldChg chg="modSp new mod">
        <pc:chgData name="Adam Fowlie" userId="898411d6-4a1a-4f8d-aa9a-7be41e0d8b26" providerId="ADAL" clId="{758D3923-C5DB-4BEF-90DF-1B378A904A59}" dt="2026-07-23T09:06:31.136" v="3124" actId="20577"/>
        <pc:sldMkLst>
          <pc:docMk/>
          <pc:sldMk cId="3418759630" sldId="264"/>
        </pc:sldMkLst>
        <pc:spChg chg="mod">
          <ac:chgData name="Adam Fowlie" userId="898411d6-4a1a-4f8d-aa9a-7be41e0d8b26" providerId="ADAL" clId="{758D3923-C5DB-4BEF-90DF-1B378A904A59}" dt="2026-07-23T09:01:42.416" v="2627" actId="20577"/>
          <ac:spMkLst>
            <pc:docMk/>
            <pc:sldMk cId="3418759630" sldId="264"/>
            <ac:spMk id="2" creationId="{C5EA01E4-2CE9-FE72-3639-18A444CB58CA}"/>
          </ac:spMkLst>
        </pc:spChg>
        <pc:spChg chg="mod">
          <ac:chgData name="Adam Fowlie" userId="898411d6-4a1a-4f8d-aa9a-7be41e0d8b26" providerId="ADAL" clId="{758D3923-C5DB-4BEF-90DF-1B378A904A59}" dt="2026-07-23T09:06:31.136" v="3124" actId="20577"/>
          <ac:spMkLst>
            <pc:docMk/>
            <pc:sldMk cId="3418759630" sldId="264"/>
            <ac:spMk id="3" creationId="{66EEC8D8-1FA8-A5D6-0259-4B94FC6F3020}"/>
          </ac:spMkLst>
        </pc:spChg>
      </pc:sldChg>
      <pc:sldChg chg="new del">
        <pc:chgData name="Adam Fowlie" userId="898411d6-4a1a-4f8d-aa9a-7be41e0d8b26" providerId="ADAL" clId="{758D3923-C5DB-4BEF-90DF-1B378A904A59}" dt="2026-07-23T08:46:13.336" v="1856" actId="680"/>
        <pc:sldMkLst>
          <pc:docMk/>
          <pc:sldMk cId="3422805646" sldId="264"/>
        </pc:sldMkLst>
      </pc:sldChg>
      <pc:sldChg chg="modSp new mod">
        <pc:chgData name="Adam Fowlie" userId="898411d6-4a1a-4f8d-aa9a-7be41e0d8b26" providerId="ADAL" clId="{758D3923-C5DB-4BEF-90DF-1B378A904A59}" dt="2026-07-23T10:55:56.313" v="8747" actId="20577"/>
        <pc:sldMkLst>
          <pc:docMk/>
          <pc:sldMk cId="2389450897" sldId="265"/>
        </pc:sldMkLst>
        <pc:spChg chg="mod">
          <ac:chgData name="Adam Fowlie" userId="898411d6-4a1a-4f8d-aa9a-7be41e0d8b26" providerId="ADAL" clId="{758D3923-C5DB-4BEF-90DF-1B378A904A59}" dt="2026-07-23T09:07:29.571" v="3169" actId="20577"/>
          <ac:spMkLst>
            <pc:docMk/>
            <pc:sldMk cId="2389450897" sldId="265"/>
            <ac:spMk id="2" creationId="{9B3D8962-D6C3-44A1-0763-E667F9F64D19}"/>
          </ac:spMkLst>
        </pc:spChg>
        <pc:spChg chg="mod">
          <ac:chgData name="Adam Fowlie" userId="898411d6-4a1a-4f8d-aa9a-7be41e0d8b26" providerId="ADAL" clId="{758D3923-C5DB-4BEF-90DF-1B378A904A59}" dt="2026-07-23T10:55:56.313" v="8747" actId="20577"/>
          <ac:spMkLst>
            <pc:docMk/>
            <pc:sldMk cId="2389450897" sldId="265"/>
            <ac:spMk id="3" creationId="{3864FD8D-4A73-2D67-08FF-790938D01A1C}"/>
          </ac:spMkLst>
        </pc:spChg>
      </pc:sldChg>
      <pc:sldChg chg="modSp new mod">
        <pc:chgData name="Adam Fowlie" userId="898411d6-4a1a-4f8d-aa9a-7be41e0d8b26" providerId="ADAL" clId="{758D3923-C5DB-4BEF-90DF-1B378A904A59}" dt="2026-07-23T10:58:08.788" v="9072" actId="20577"/>
        <pc:sldMkLst>
          <pc:docMk/>
          <pc:sldMk cId="417049825" sldId="266"/>
        </pc:sldMkLst>
        <pc:spChg chg="mod">
          <ac:chgData name="Adam Fowlie" userId="898411d6-4a1a-4f8d-aa9a-7be41e0d8b26" providerId="ADAL" clId="{758D3923-C5DB-4BEF-90DF-1B378A904A59}" dt="2026-07-23T09:16:05.284" v="3518" actId="20577"/>
          <ac:spMkLst>
            <pc:docMk/>
            <pc:sldMk cId="417049825" sldId="266"/>
            <ac:spMk id="2" creationId="{DCF1889E-D0F6-B6C1-2B12-D8E44B81AE47}"/>
          </ac:spMkLst>
        </pc:spChg>
        <pc:spChg chg="mod">
          <ac:chgData name="Adam Fowlie" userId="898411d6-4a1a-4f8d-aa9a-7be41e0d8b26" providerId="ADAL" clId="{758D3923-C5DB-4BEF-90DF-1B378A904A59}" dt="2026-07-23T10:58:08.788" v="9072" actId="20577"/>
          <ac:spMkLst>
            <pc:docMk/>
            <pc:sldMk cId="417049825" sldId="266"/>
            <ac:spMk id="3" creationId="{602F73DB-2C8D-9C26-A974-1FB3596045B1}"/>
          </ac:spMkLst>
        </pc:spChg>
      </pc:sldChg>
      <pc:sldChg chg="modSp new mod">
        <pc:chgData name="Adam Fowlie" userId="898411d6-4a1a-4f8d-aa9a-7be41e0d8b26" providerId="ADAL" clId="{758D3923-C5DB-4BEF-90DF-1B378A904A59}" dt="2026-07-23T09:20:36.581" v="3958" actId="20577"/>
        <pc:sldMkLst>
          <pc:docMk/>
          <pc:sldMk cId="2275428534" sldId="267"/>
        </pc:sldMkLst>
        <pc:spChg chg="mod">
          <ac:chgData name="Adam Fowlie" userId="898411d6-4a1a-4f8d-aa9a-7be41e0d8b26" providerId="ADAL" clId="{758D3923-C5DB-4BEF-90DF-1B378A904A59}" dt="2026-07-23T09:20:14.826" v="3848" actId="20577"/>
          <ac:spMkLst>
            <pc:docMk/>
            <pc:sldMk cId="2275428534" sldId="267"/>
            <ac:spMk id="2" creationId="{AED47D2A-1919-781F-42C1-84831333CBB7}"/>
          </ac:spMkLst>
        </pc:spChg>
        <pc:spChg chg="mod">
          <ac:chgData name="Adam Fowlie" userId="898411d6-4a1a-4f8d-aa9a-7be41e0d8b26" providerId="ADAL" clId="{758D3923-C5DB-4BEF-90DF-1B378A904A59}" dt="2026-07-23T09:20:36.581" v="3958" actId="20577"/>
          <ac:spMkLst>
            <pc:docMk/>
            <pc:sldMk cId="2275428534" sldId="267"/>
            <ac:spMk id="3" creationId="{D7E491B8-96C0-2111-68DA-219E49A2F624}"/>
          </ac:spMkLst>
        </pc:spChg>
      </pc:sldChg>
      <pc:sldChg chg="modSp new mod">
        <pc:chgData name="Adam Fowlie" userId="898411d6-4a1a-4f8d-aa9a-7be41e0d8b26" providerId="ADAL" clId="{758D3923-C5DB-4BEF-90DF-1B378A904A59}" dt="2026-07-23T09:23:30.206" v="3988" actId="5793"/>
        <pc:sldMkLst>
          <pc:docMk/>
          <pc:sldMk cId="3808331511" sldId="268"/>
        </pc:sldMkLst>
        <pc:spChg chg="mod">
          <ac:chgData name="Adam Fowlie" userId="898411d6-4a1a-4f8d-aa9a-7be41e0d8b26" providerId="ADAL" clId="{758D3923-C5DB-4BEF-90DF-1B378A904A59}" dt="2026-07-23T09:23:30.206" v="3988" actId="5793"/>
          <ac:spMkLst>
            <pc:docMk/>
            <pc:sldMk cId="3808331511" sldId="268"/>
            <ac:spMk id="2" creationId="{6550F9A7-1532-C33B-2BAF-BA59D7C14180}"/>
          </ac:spMkLst>
        </pc:spChg>
      </pc:sldChg>
      <pc:sldChg chg="modSp new mod">
        <pc:chgData name="Adam Fowlie" userId="898411d6-4a1a-4f8d-aa9a-7be41e0d8b26" providerId="ADAL" clId="{758D3923-C5DB-4BEF-90DF-1B378A904A59}" dt="2026-07-23T09:28:03.618" v="4311" actId="20577"/>
        <pc:sldMkLst>
          <pc:docMk/>
          <pc:sldMk cId="391232917" sldId="269"/>
        </pc:sldMkLst>
        <pc:spChg chg="mod">
          <ac:chgData name="Adam Fowlie" userId="898411d6-4a1a-4f8d-aa9a-7be41e0d8b26" providerId="ADAL" clId="{758D3923-C5DB-4BEF-90DF-1B378A904A59}" dt="2026-07-23T09:23:39.094" v="4017" actId="20577"/>
          <ac:spMkLst>
            <pc:docMk/>
            <pc:sldMk cId="391232917" sldId="269"/>
            <ac:spMk id="2" creationId="{EEBADC52-1F84-C11A-48DA-4C82E35DE9CC}"/>
          </ac:spMkLst>
        </pc:spChg>
        <pc:spChg chg="mod">
          <ac:chgData name="Adam Fowlie" userId="898411d6-4a1a-4f8d-aa9a-7be41e0d8b26" providerId="ADAL" clId="{758D3923-C5DB-4BEF-90DF-1B378A904A59}" dt="2026-07-23T09:28:03.618" v="4311" actId="20577"/>
          <ac:spMkLst>
            <pc:docMk/>
            <pc:sldMk cId="391232917" sldId="269"/>
            <ac:spMk id="3" creationId="{82E8F05F-C329-A5CB-577E-1019F5C036FC}"/>
          </ac:spMkLst>
        </pc:spChg>
      </pc:sldChg>
      <pc:sldChg chg="modSp new mod">
        <pc:chgData name="Adam Fowlie" userId="898411d6-4a1a-4f8d-aa9a-7be41e0d8b26" providerId="ADAL" clId="{758D3923-C5DB-4BEF-90DF-1B378A904A59}" dt="2026-07-23T10:58:53.555" v="9121" actId="20577"/>
        <pc:sldMkLst>
          <pc:docMk/>
          <pc:sldMk cId="23517480" sldId="270"/>
        </pc:sldMkLst>
        <pc:spChg chg="mod">
          <ac:chgData name="Adam Fowlie" userId="898411d6-4a1a-4f8d-aa9a-7be41e0d8b26" providerId="ADAL" clId="{758D3923-C5DB-4BEF-90DF-1B378A904A59}" dt="2026-07-23T09:28:51.549" v="4370" actId="5793"/>
          <ac:spMkLst>
            <pc:docMk/>
            <pc:sldMk cId="23517480" sldId="270"/>
            <ac:spMk id="2" creationId="{DE0CB180-F5EC-A3EA-C88A-AF5A551EB167}"/>
          </ac:spMkLst>
        </pc:spChg>
        <pc:spChg chg="mod">
          <ac:chgData name="Adam Fowlie" userId="898411d6-4a1a-4f8d-aa9a-7be41e0d8b26" providerId="ADAL" clId="{758D3923-C5DB-4BEF-90DF-1B378A904A59}" dt="2026-07-23T10:58:53.555" v="9121" actId="20577"/>
          <ac:spMkLst>
            <pc:docMk/>
            <pc:sldMk cId="23517480" sldId="270"/>
            <ac:spMk id="3" creationId="{E9B5BE50-FEA9-7E40-19AA-2AEC544FA6EC}"/>
          </ac:spMkLst>
        </pc:spChg>
      </pc:sldChg>
      <pc:sldChg chg="modSp new mod">
        <pc:chgData name="Adam Fowlie" userId="898411d6-4a1a-4f8d-aa9a-7be41e0d8b26" providerId="ADAL" clId="{758D3923-C5DB-4BEF-90DF-1B378A904A59}" dt="2026-07-23T10:59:25.239" v="9180" actId="20577"/>
        <pc:sldMkLst>
          <pc:docMk/>
          <pc:sldMk cId="3275756680" sldId="271"/>
        </pc:sldMkLst>
        <pc:spChg chg="mod">
          <ac:chgData name="Adam Fowlie" userId="898411d6-4a1a-4f8d-aa9a-7be41e0d8b26" providerId="ADAL" clId="{758D3923-C5DB-4BEF-90DF-1B378A904A59}" dt="2026-07-23T09:33:54.875" v="4897" actId="20577"/>
          <ac:spMkLst>
            <pc:docMk/>
            <pc:sldMk cId="3275756680" sldId="271"/>
            <ac:spMk id="2" creationId="{C9B20B29-E380-4EEC-9A96-64F636EB861F}"/>
          </ac:spMkLst>
        </pc:spChg>
        <pc:spChg chg="mod">
          <ac:chgData name="Adam Fowlie" userId="898411d6-4a1a-4f8d-aa9a-7be41e0d8b26" providerId="ADAL" clId="{758D3923-C5DB-4BEF-90DF-1B378A904A59}" dt="2026-07-23T10:59:25.239" v="9180" actId="20577"/>
          <ac:spMkLst>
            <pc:docMk/>
            <pc:sldMk cId="3275756680" sldId="271"/>
            <ac:spMk id="3" creationId="{206BCBDF-49EA-1F58-C01F-3024C437ECCB}"/>
          </ac:spMkLst>
        </pc:spChg>
      </pc:sldChg>
      <pc:sldChg chg="modSp new mod">
        <pc:chgData name="Adam Fowlie" userId="898411d6-4a1a-4f8d-aa9a-7be41e0d8b26" providerId="ADAL" clId="{758D3923-C5DB-4BEF-90DF-1B378A904A59}" dt="2026-07-23T09:36:05.008" v="5301" actId="20577"/>
        <pc:sldMkLst>
          <pc:docMk/>
          <pc:sldMk cId="3219825855" sldId="272"/>
        </pc:sldMkLst>
        <pc:spChg chg="mod">
          <ac:chgData name="Adam Fowlie" userId="898411d6-4a1a-4f8d-aa9a-7be41e0d8b26" providerId="ADAL" clId="{758D3923-C5DB-4BEF-90DF-1B378A904A59}" dt="2026-07-23T09:36:05.008" v="5301" actId="20577"/>
          <ac:spMkLst>
            <pc:docMk/>
            <pc:sldMk cId="3219825855" sldId="272"/>
            <ac:spMk id="2" creationId="{D4E5012C-6D74-75F7-DD43-C9C5C0540B76}"/>
          </ac:spMkLst>
        </pc:spChg>
      </pc:sldChg>
      <pc:sldChg chg="modSp new mod">
        <pc:chgData name="Adam Fowlie" userId="898411d6-4a1a-4f8d-aa9a-7be41e0d8b26" providerId="ADAL" clId="{758D3923-C5DB-4BEF-90DF-1B378A904A59}" dt="2026-07-23T09:38:52.943" v="5718" actId="20577"/>
        <pc:sldMkLst>
          <pc:docMk/>
          <pc:sldMk cId="411658329" sldId="273"/>
        </pc:sldMkLst>
        <pc:spChg chg="mod">
          <ac:chgData name="Adam Fowlie" userId="898411d6-4a1a-4f8d-aa9a-7be41e0d8b26" providerId="ADAL" clId="{758D3923-C5DB-4BEF-90DF-1B378A904A59}" dt="2026-07-23T09:36:47.638" v="5371" actId="20577"/>
          <ac:spMkLst>
            <pc:docMk/>
            <pc:sldMk cId="411658329" sldId="273"/>
            <ac:spMk id="2" creationId="{6465C429-B587-A97B-694C-40B15778926B}"/>
          </ac:spMkLst>
        </pc:spChg>
        <pc:spChg chg="mod">
          <ac:chgData name="Adam Fowlie" userId="898411d6-4a1a-4f8d-aa9a-7be41e0d8b26" providerId="ADAL" clId="{758D3923-C5DB-4BEF-90DF-1B378A904A59}" dt="2026-07-23T09:38:52.943" v="5718" actId="20577"/>
          <ac:spMkLst>
            <pc:docMk/>
            <pc:sldMk cId="411658329" sldId="273"/>
            <ac:spMk id="3" creationId="{2F8CD4F1-0A2F-0919-99F5-36E0E7372F00}"/>
          </ac:spMkLst>
        </pc:spChg>
      </pc:sldChg>
      <pc:sldChg chg="modSp new mod">
        <pc:chgData name="Adam Fowlie" userId="898411d6-4a1a-4f8d-aa9a-7be41e0d8b26" providerId="ADAL" clId="{758D3923-C5DB-4BEF-90DF-1B378A904A59}" dt="2026-07-23T09:41:59.618" v="6043" actId="20577"/>
        <pc:sldMkLst>
          <pc:docMk/>
          <pc:sldMk cId="3320852207" sldId="274"/>
        </pc:sldMkLst>
        <pc:spChg chg="mod">
          <ac:chgData name="Adam Fowlie" userId="898411d6-4a1a-4f8d-aa9a-7be41e0d8b26" providerId="ADAL" clId="{758D3923-C5DB-4BEF-90DF-1B378A904A59}" dt="2026-07-23T09:39:00.472" v="5747" actId="20577"/>
          <ac:spMkLst>
            <pc:docMk/>
            <pc:sldMk cId="3320852207" sldId="274"/>
            <ac:spMk id="2" creationId="{0FF44AA7-9854-FAC2-1894-94A3D4F19AF5}"/>
          </ac:spMkLst>
        </pc:spChg>
        <pc:spChg chg="mod">
          <ac:chgData name="Adam Fowlie" userId="898411d6-4a1a-4f8d-aa9a-7be41e0d8b26" providerId="ADAL" clId="{758D3923-C5DB-4BEF-90DF-1B378A904A59}" dt="2026-07-23T09:41:59.618" v="6043" actId="20577"/>
          <ac:spMkLst>
            <pc:docMk/>
            <pc:sldMk cId="3320852207" sldId="274"/>
            <ac:spMk id="3" creationId="{5F270E2F-09BC-AF2B-4DFE-F84209287225}"/>
          </ac:spMkLst>
        </pc:spChg>
      </pc:sldChg>
      <pc:sldChg chg="modSp new mod">
        <pc:chgData name="Adam Fowlie" userId="898411d6-4a1a-4f8d-aa9a-7be41e0d8b26" providerId="ADAL" clId="{758D3923-C5DB-4BEF-90DF-1B378A904A59}" dt="2026-07-23T11:00:03.638" v="9226" actId="20577"/>
        <pc:sldMkLst>
          <pc:docMk/>
          <pc:sldMk cId="1413150936" sldId="275"/>
        </pc:sldMkLst>
        <pc:spChg chg="mod">
          <ac:chgData name="Adam Fowlie" userId="898411d6-4a1a-4f8d-aa9a-7be41e0d8b26" providerId="ADAL" clId="{758D3923-C5DB-4BEF-90DF-1B378A904A59}" dt="2026-07-23T09:42:31.916" v="6063" actId="20577"/>
          <ac:spMkLst>
            <pc:docMk/>
            <pc:sldMk cId="1413150936" sldId="275"/>
            <ac:spMk id="2" creationId="{794AA1F7-A2E8-BDA9-C174-23585B9B8218}"/>
          </ac:spMkLst>
        </pc:spChg>
        <pc:spChg chg="mod">
          <ac:chgData name="Adam Fowlie" userId="898411d6-4a1a-4f8d-aa9a-7be41e0d8b26" providerId="ADAL" clId="{758D3923-C5DB-4BEF-90DF-1B378A904A59}" dt="2026-07-23T11:00:03.638" v="9226" actId="20577"/>
          <ac:spMkLst>
            <pc:docMk/>
            <pc:sldMk cId="1413150936" sldId="275"/>
            <ac:spMk id="3" creationId="{44C2CAD3-DB23-C2FB-C115-F2C67AE7753F}"/>
          </ac:spMkLst>
        </pc:spChg>
      </pc:sldChg>
      <pc:sldChg chg="modSp new mod">
        <pc:chgData name="Adam Fowlie" userId="898411d6-4a1a-4f8d-aa9a-7be41e0d8b26" providerId="ADAL" clId="{758D3923-C5DB-4BEF-90DF-1B378A904A59}" dt="2026-07-23T09:45:08.880" v="6567" actId="5793"/>
        <pc:sldMkLst>
          <pc:docMk/>
          <pc:sldMk cId="3652538142" sldId="276"/>
        </pc:sldMkLst>
        <pc:spChg chg="mod">
          <ac:chgData name="Adam Fowlie" userId="898411d6-4a1a-4f8d-aa9a-7be41e0d8b26" providerId="ADAL" clId="{758D3923-C5DB-4BEF-90DF-1B378A904A59}" dt="2026-07-23T09:44:35.260" v="6469" actId="20577"/>
          <ac:spMkLst>
            <pc:docMk/>
            <pc:sldMk cId="3652538142" sldId="276"/>
            <ac:spMk id="2" creationId="{D8BA19E3-F5DC-5A97-DA49-42765991E0D5}"/>
          </ac:spMkLst>
        </pc:spChg>
        <pc:spChg chg="mod">
          <ac:chgData name="Adam Fowlie" userId="898411d6-4a1a-4f8d-aa9a-7be41e0d8b26" providerId="ADAL" clId="{758D3923-C5DB-4BEF-90DF-1B378A904A59}" dt="2026-07-23T09:45:08.880" v="6567" actId="5793"/>
          <ac:spMkLst>
            <pc:docMk/>
            <pc:sldMk cId="3652538142" sldId="276"/>
            <ac:spMk id="3" creationId="{602F3AD0-ADEB-4E60-63A2-BE50317BEEFA}"/>
          </ac:spMkLst>
        </pc:spChg>
      </pc:sldChg>
      <pc:sldChg chg="modSp new mod">
        <pc:chgData name="Adam Fowlie" userId="898411d6-4a1a-4f8d-aa9a-7be41e0d8b26" providerId="ADAL" clId="{758D3923-C5DB-4BEF-90DF-1B378A904A59}" dt="2026-07-23T10:50:43.399" v="8512" actId="20577"/>
        <pc:sldMkLst>
          <pc:docMk/>
          <pc:sldMk cId="816436752" sldId="277"/>
        </pc:sldMkLst>
        <pc:spChg chg="mod">
          <ac:chgData name="Adam Fowlie" userId="898411d6-4a1a-4f8d-aa9a-7be41e0d8b26" providerId="ADAL" clId="{758D3923-C5DB-4BEF-90DF-1B378A904A59}" dt="2026-07-23T09:45:49.970" v="6586" actId="20577"/>
          <ac:spMkLst>
            <pc:docMk/>
            <pc:sldMk cId="816436752" sldId="277"/>
            <ac:spMk id="2" creationId="{F5BC3CBF-855A-821F-5AC1-72E09ADC9498}"/>
          </ac:spMkLst>
        </pc:spChg>
        <pc:spChg chg="mod">
          <ac:chgData name="Adam Fowlie" userId="898411d6-4a1a-4f8d-aa9a-7be41e0d8b26" providerId="ADAL" clId="{758D3923-C5DB-4BEF-90DF-1B378A904A59}" dt="2026-07-23T10:50:43.399" v="8512" actId="20577"/>
          <ac:spMkLst>
            <pc:docMk/>
            <pc:sldMk cId="816436752" sldId="277"/>
            <ac:spMk id="3" creationId="{C5CCE43C-E379-C98C-5A0C-79F9A407CF05}"/>
          </ac:spMkLst>
        </pc:spChg>
      </pc:sldChg>
      <pc:sldChg chg="modSp new mod">
        <pc:chgData name="Adam Fowlie" userId="898411d6-4a1a-4f8d-aa9a-7be41e0d8b26" providerId="ADAL" clId="{758D3923-C5DB-4BEF-90DF-1B378A904A59}" dt="2026-07-23T10:50:54.801" v="8530" actId="20577"/>
        <pc:sldMkLst>
          <pc:docMk/>
          <pc:sldMk cId="4225667507" sldId="278"/>
        </pc:sldMkLst>
        <pc:spChg chg="mod">
          <ac:chgData name="Adam Fowlie" userId="898411d6-4a1a-4f8d-aa9a-7be41e0d8b26" providerId="ADAL" clId="{758D3923-C5DB-4BEF-90DF-1B378A904A59}" dt="2026-07-23T09:48:05.017" v="7043" actId="20577"/>
          <ac:spMkLst>
            <pc:docMk/>
            <pc:sldMk cId="4225667507" sldId="278"/>
            <ac:spMk id="2" creationId="{AEF8359E-5626-DBB0-1720-05A3D3B6CF11}"/>
          </ac:spMkLst>
        </pc:spChg>
        <pc:spChg chg="mod">
          <ac:chgData name="Adam Fowlie" userId="898411d6-4a1a-4f8d-aa9a-7be41e0d8b26" providerId="ADAL" clId="{758D3923-C5DB-4BEF-90DF-1B378A904A59}" dt="2026-07-23T10:50:54.801" v="8530" actId="20577"/>
          <ac:spMkLst>
            <pc:docMk/>
            <pc:sldMk cId="4225667507" sldId="278"/>
            <ac:spMk id="3" creationId="{063DD400-67B7-9401-33A6-E5FE6828730C}"/>
          </ac:spMkLst>
        </pc:spChg>
      </pc:sldChg>
      <pc:sldChg chg="modSp new mod">
        <pc:chgData name="Adam Fowlie" userId="898411d6-4a1a-4f8d-aa9a-7be41e0d8b26" providerId="ADAL" clId="{758D3923-C5DB-4BEF-90DF-1B378A904A59}" dt="2026-07-23T11:01:44.577" v="9331" actId="20577"/>
        <pc:sldMkLst>
          <pc:docMk/>
          <pc:sldMk cId="599086765" sldId="279"/>
        </pc:sldMkLst>
        <pc:spChg chg="mod">
          <ac:chgData name="Adam Fowlie" userId="898411d6-4a1a-4f8d-aa9a-7be41e0d8b26" providerId="ADAL" clId="{758D3923-C5DB-4BEF-90DF-1B378A904A59}" dt="2026-07-23T10:02:50.413" v="7195" actId="20577"/>
          <ac:spMkLst>
            <pc:docMk/>
            <pc:sldMk cId="599086765" sldId="279"/>
            <ac:spMk id="2" creationId="{76AA27F7-27D3-5404-2969-3638F331E0F2}"/>
          </ac:spMkLst>
        </pc:spChg>
        <pc:spChg chg="mod">
          <ac:chgData name="Adam Fowlie" userId="898411d6-4a1a-4f8d-aa9a-7be41e0d8b26" providerId="ADAL" clId="{758D3923-C5DB-4BEF-90DF-1B378A904A59}" dt="2026-07-23T11:01:44.577" v="9331" actId="20577"/>
          <ac:spMkLst>
            <pc:docMk/>
            <pc:sldMk cId="599086765" sldId="279"/>
            <ac:spMk id="3" creationId="{DF45F8C9-99B2-740C-5242-152697F67CF1}"/>
          </ac:spMkLst>
        </pc:spChg>
      </pc:sldChg>
      <pc:sldChg chg="modSp new mod">
        <pc:chgData name="Adam Fowlie" userId="898411d6-4a1a-4f8d-aa9a-7be41e0d8b26" providerId="ADAL" clId="{758D3923-C5DB-4BEF-90DF-1B378A904A59}" dt="2026-07-23T10:46:47.273" v="8319" actId="20577"/>
        <pc:sldMkLst>
          <pc:docMk/>
          <pc:sldMk cId="1109031969" sldId="280"/>
        </pc:sldMkLst>
        <pc:spChg chg="mod">
          <ac:chgData name="Adam Fowlie" userId="898411d6-4a1a-4f8d-aa9a-7be41e0d8b26" providerId="ADAL" clId="{758D3923-C5DB-4BEF-90DF-1B378A904A59}" dt="2026-07-23T10:46:47.273" v="8319" actId="20577"/>
          <ac:spMkLst>
            <pc:docMk/>
            <pc:sldMk cId="1109031969" sldId="280"/>
            <ac:spMk id="2" creationId="{C657450D-9006-787E-CE41-39E779C36C57}"/>
          </ac:spMkLst>
        </pc:spChg>
      </pc:sldChg>
      <pc:sldChg chg="modSp new mod">
        <pc:chgData name="Adam Fowlie" userId="898411d6-4a1a-4f8d-aa9a-7be41e0d8b26" providerId="ADAL" clId="{758D3923-C5DB-4BEF-90DF-1B378A904A59}" dt="2026-07-23T10:47:34.099" v="8374" actId="20577"/>
        <pc:sldMkLst>
          <pc:docMk/>
          <pc:sldMk cId="384183501" sldId="281"/>
        </pc:sldMkLst>
        <pc:spChg chg="mod">
          <ac:chgData name="Adam Fowlie" userId="898411d6-4a1a-4f8d-aa9a-7be41e0d8b26" providerId="ADAL" clId="{758D3923-C5DB-4BEF-90DF-1B378A904A59}" dt="2026-07-23T10:46:55.537" v="8347" actId="20577"/>
          <ac:spMkLst>
            <pc:docMk/>
            <pc:sldMk cId="384183501" sldId="281"/>
            <ac:spMk id="2" creationId="{DA2749BF-1A5C-1CFF-E767-7F8888535670}"/>
          </ac:spMkLst>
        </pc:spChg>
        <pc:spChg chg="mod">
          <ac:chgData name="Adam Fowlie" userId="898411d6-4a1a-4f8d-aa9a-7be41e0d8b26" providerId="ADAL" clId="{758D3923-C5DB-4BEF-90DF-1B378A904A59}" dt="2026-07-23T10:47:34.099" v="8374" actId="20577"/>
          <ac:spMkLst>
            <pc:docMk/>
            <pc:sldMk cId="384183501" sldId="281"/>
            <ac:spMk id="3" creationId="{FDF155AD-612F-5828-7315-29A998C2075D}"/>
          </ac:spMkLst>
        </pc:spChg>
      </pc:sldChg>
      <pc:sldChg chg="modSp new mod">
        <pc:chgData name="Adam Fowlie" userId="898411d6-4a1a-4f8d-aa9a-7be41e0d8b26" providerId="ADAL" clId="{758D3923-C5DB-4BEF-90DF-1B378A904A59}" dt="2026-07-23T10:50:00.779" v="8478" actId="20577"/>
        <pc:sldMkLst>
          <pc:docMk/>
          <pc:sldMk cId="2726090621" sldId="282"/>
        </pc:sldMkLst>
        <pc:spChg chg="mod">
          <ac:chgData name="Adam Fowlie" userId="898411d6-4a1a-4f8d-aa9a-7be41e0d8b26" providerId="ADAL" clId="{758D3923-C5DB-4BEF-90DF-1B378A904A59}" dt="2026-07-23T10:47:59.864" v="8386" actId="20577"/>
          <ac:spMkLst>
            <pc:docMk/>
            <pc:sldMk cId="2726090621" sldId="282"/>
            <ac:spMk id="2" creationId="{766FF49F-44CD-605B-52B6-7497336806C3}"/>
          </ac:spMkLst>
        </pc:spChg>
        <pc:spChg chg="mod">
          <ac:chgData name="Adam Fowlie" userId="898411d6-4a1a-4f8d-aa9a-7be41e0d8b26" providerId="ADAL" clId="{758D3923-C5DB-4BEF-90DF-1B378A904A59}" dt="2026-07-23T10:50:00.779" v="8478" actId="20577"/>
          <ac:spMkLst>
            <pc:docMk/>
            <pc:sldMk cId="2726090621" sldId="282"/>
            <ac:spMk id="3" creationId="{7674C934-DBB6-96CA-7036-2E902D79BA2D}"/>
          </ac:spMkLst>
        </pc:spChg>
      </pc:sldChg>
      <pc:sldChg chg="new del">
        <pc:chgData name="Adam Fowlie" userId="898411d6-4a1a-4f8d-aa9a-7be41e0d8b26" providerId="ADAL" clId="{758D3923-C5DB-4BEF-90DF-1B378A904A59}" dt="2026-07-23T10:53:04.620" v="8651" actId="47"/>
        <pc:sldMkLst>
          <pc:docMk/>
          <pc:sldMk cId="3423286213" sldId="283"/>
        </pc:sldMkLst>
      </pc:sldChg>
      <pc:sldChg chg="modSp new mod">
        <pc:chgData name="Adam Fowlie" userId="898411d6-4a1a-4f8d-aa9a-7be41e0d8b26" providerId="ADAL" clId="{758D3923-C5DB-4BEF-90DF-1B378A904A59}" dt="2026-07-23T11:02:28.200" v="9424" actId="20577"/>
        <pc:sldMkLst>
          <pc:docMk/>
          <pc:sldMk cId="1625968853" sldId="284"/>
        </pc:sldMkLst>
        <pc:spChg chg="mod">
          <ac:chgData name="Adam Fowlie" userId="898411d6-4a1a-4f8d-aa9a-7be41e0d8b26" providerId="ADAL" clId="{758D3923-C5DB-4BEF-90DF-1B378A904A59}" dt="2026-07-23T10:51:47.517" v="8554" actId="20577"/>
          <ac:spMkLst>
            <pc:docMk/>
            <pc:sldMk cId="1625968853" sldId="284"/>
            <ac:spMk id="2" creationId="{4DF2F6C7-E2D7-7FC1-59FC-F34B867EF264}"/>
          </ac:spMkLst>
        </pc:spChg>
        <pc:spChg chg="mod">
          <ac:chgData name="Adam Fowlie" userId="898411d6-4a1a-4f8d-aa9a-7be41e0d8b26" providerId="ADAL" clId="{758D3923-C5DB-4BEF-90DF-1B378A904A59}" dt="2026-07-23T11:02:28.200" v="9424" actId="20577"/>
          <ac:spMkLst>
            <pc:docMk/>
            <pc:sldMk cId="1625968853" sldId="284"/>
            <ac:spMk id="3" creationId="{1848FDAD-FCE0-0395-AFB6-8FF72E215AB5}"/>
          </ac:spMkLst>
        </pc:spChg>
      </pc:sldChg>
      <pc:sldChg chg="new del">
        <pc:chgData name="Adam Fowlie" userId="898411d6-4a1a-4f8d-aa9a-7be41e0d8b26" providerId="ADAL" clId="{758D3923-C5DB-4BEF-90DF-1B378A904A59}" dt="2026-07-23T10:58:57.890" v="9123" actId="47"/>
        <pc:sldMkLst>
          <pc:docMk/>
          <pc:sldMk cId="101696818" sldId="28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E9DF9-C3C3-DCE0-7D13-7EA4B0C10A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EA6C6AA-A915-D1A8-E66A-2602013ADE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6D25A8A-A5F5-2ADA-7852-B34B348E767C}"/>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5" name="Footer Placeholder 4">
            <a:extLst>
              <a:ext uri="{FF2B5EF4-FFF2-40B4-BE49-F238E27FC236}">
                <a16:creationId xmlns:a16="http://schemas.microsoft.com/office/drawing/2014/main" id="{FED4B1D0-B73F-F6EF-813C-EBC1617D81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99F1C5-47DB-087D-2C50-7C7E9DB1A6C7}"/>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789073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383F2-7927-39B7-76D4-63BA51CC52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584CD6C-9D55-B2D0-5C38-B7CFA4CC41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009FCB-6586-28CA-01DD-C4B51EE37E92}"/>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5" name="Footer Placeholder 4">
            <a:extLst>
              <a:ext uri="{FF2B5EF4-FFF2-40B4-BE49-F238E27FC236}">
                <a16:creationId xmlns:a16="http://schemas.microsoft.com/office/drawing/2014/main" id="{161180A5-3846-C715-D14C-E08C10163F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8AB310-2B5E-C9BB-82F1-6DF65520EC22}"/>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162594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40AA3-E1D5-25D4-57CF-207ADB2BFC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104BBE8-C28D-F919-0887-1AE17A4143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B561D3-0D8E-B79B-4851-89A74C861149}"/>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5" name="Footer Placeholder 4">
            <a:extLst>
              <a:ext uri="{FF2B5EF4-FFF2-40B4-BE49-F238E27FC236}">
                <a16:creationId xmlns:a16="http://schemas.microsoft.com/office/drawing/2014/main" id="{4A630F4C-410F-EE0D-E39B-8B81B2A295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79F550-2FF4-4F6F-60D4-85F8F88BD5B3}"/>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548646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E80C-19D1-936C-C334-C6EE8767804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D6B93D4-C0C1-2A46-1589-5031579278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0BA61A-B8D1-9718-9D99-E775B215F9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38B59FB-A23F-7179-FB4B-10077FBCF95A}"/>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6" name="Footer Placeholder 5">
            <a:extLst>
              <a:ext uri="{FF2B5EF4-FFF2-40B4-BE49-F238E27FC236}">
                <a16:creationId xmlns:a16="http://schemas.microsoft.com/office/drawing/2014/main" id="{FB591B28-DA41-2696-C506-EF36B19991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C4C9166-8B5E-70C1-B974-8707F668A55A}"/>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397235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9AE11-8A01-89DD-A3C2-9133AC274B2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C0EFC98-10F4-D189-192B-EF29FA9CC9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EDBF32-F6A8-10C9-86B4-1017440ABD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979227F-878F-49AC-EE3D-7A25570228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B1427D-5C53-F8A5-68B3-A51E7BD16B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A08A48B-046F-2E0D-2A8A-0A7B1E03636B}"/>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8" name="Footer Placeholder 7">
            <a:extLst>
              <a:ext uri="{FF2B5EF4-FFF2-40B4-BE49-F238E27FC236}">
                <a16:creationId xmlns:a16="http://schemas.microsoft.com/office/drawing/2014/main" id="{BC52D438-10C2-CB47-E039-A6267CDA992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C9F5D75-CE9D-700E-BC90-8162B0E4BAAF}"/>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737939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E4A50-2903-325A-8991-81AB3F901A1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AD05447-CFD6-31D1-75F2-2A87F667CBF3}"/>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4" name="Footer Placeholder 3">
            <a:extLst>
              <a:ext uri="{FF2B5EF4-FFF2-40B4-BE49-F238E27FC236}">
                <a16:creationId xmlns:a16="http://schemas.microsoft.com/office/drawing/2014/main" id="{C62FC308-846A-A83F-3F1C-21F82E2C563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FC59D74-BA27-AAFF-CCC5-3D1E44DCEE4F}"/>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61334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C962-6CA4-E9FA-3195-C12B14358529}"/>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3" name="Footer Placeholder 2">
            <a:extLst>
              <a:ext uri="{FF2B5EF4-FFF2-40B4-BE49-F238E27FC236}">
                <a16:creationId xmlns:a16="http://schemas.microsoft.com/office/drawing/2014/main" id="{712F62A5-53E4-1972-8C8F-23C754921C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A12A08F-A14B-8CA2-5180-C79EC357A0BD}"/>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3761583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EE0BA-EA71-BB25-67C7-7A4317E553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1F4910A-F07A-72B8-CDC5-6D37551415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6BED77-3914-EC10-6CFC-5853CA0F0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596880-DB03-1AC0-9BD8-B58D36489D5F}"/>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6" name="Footer Placeholder 5">
            <a:extLst>
              <a:ext uri="{FF2B5EF4-FFF2-40B4-BE49-F238E27FC236}">
                <a16:creationId xmlns:a16="http://schemas.microsoft.com/office/drawing/2014/main" id="{7E6AE61F-6888-86D0-602F-FC3350C7003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D055C8-17E3-BAFE-2817-522D56E03D73}"/>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2943637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772D5-6CF1-842E-941D-CC573368EC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923681C-CF6C-EEAC-0F8F-36A037B64B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80CCDCD-6DD2-BD0F-A9A6-1E5664310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0A72BC-5985-3999-07F9-90A58A32986C}"/>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6" name="Footer Placeholder 5">
            <a:extLst>
              <a:ext uri="{FF2B5EF4-FFF2-40B4-BE49-F238E27FC236}">
                <a16:creationId xmlns:a16="http://schemas.microsoft.com/office/drawing/2014/main" id="{6F76E116-3DA1-5AD4-87D3-6363AFAA965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FCDA199-EEA3-C9AB-6401-D0B984BA33E8}"/>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166110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0B80A-E83E-64ED-FA87-E6CFD187CC2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510D2A-DA9B-5362-5E4E-955DFC9FAD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7F78201-9147-F667-19C0-9332E7023257}"/>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5" name="Footer Placeholder 4">
            <a:extLst>
              <a:ext uri="{FF2B5EF4-FFF2-40B4-BE49-F238E27FC236}">
                <a16:creationId xmlns:a16="http://schemas.microsoft.com/office/drawing/2014/main" id="{17C3AB07-856B-4237-7E90-9F61E5A9EF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46CAF0-0738-70DB-393F-C54358B695BC}"/>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2222335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0BD1F8-1B18-B6EF-93BC-AA73CEB633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765EE7A-9E75-DFC5-07DA-DDF82EF07C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6F3337-C9A6-53A5-103F-8EFF686CEE0F}"/>
              </a:ext>
            </a:extLst>
          </p:cNvPr>
          <p:cNvSpPr>
            <a:spLocks noGrp="1"/>
          </p:cNvSpPr>
          <p:nvPr>
            <p:ph type="dt" sz="half" idx="10"/>
          </p:nvPr>
        </p:nvSpPr>
        <p:spPr/>
        <p:txBody>
          <a:bodyPr/>
          <a:lstStyle/>
          <a:p>
            <a:fld id="{7ECD4CD0-28FB-462F-A5CD-867ED786CCD3}" type="datetimeFigureOut">
              <a:rPr lang="en-GB" smtClean="0"/>
              <a:t>23/07/2026</a:t>
            </a:fld>
            <a:endParaRPr lang="en-GB"/>
          </a:p>
        </p:txBody>
      </p:sp>
      <p:sp>
        <p:nvSpPr>
          <p:cNvPr id="5" name="Footer Placeholder 4">
            <a:extLst>
              <a:ext uri="{FF2B5EF4-FFF2-40B4-BE49-F238E27FC236}">
                <a16:creationId xmlns:a16="http://schemas.microsoft.com/office/drawing/2014/main" id="{C9DD0ED0-7354-2C68-63CD-EFA910B515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15EDE8-E600-F22B-2EE8-21B6FF4326BA}"/>
              </a:ext>
            </a:extLst>
          </p:cNvPr>
          <p:cNvSpPr>
            <a:spLocks noGrp="1"/>
          </p:cNvSpPr>
          <p:nvPr>
            <p:ph type="sldNum" sz="quarter" idx="12"/>
          </p:nvPr>
        </p:nvSpPr>
        <p:spPr/>
        <p:txBody>
          <a:bodyPr/>
          <a:lstStyle/>
          <a:p>
            <a:fld id="{C34D57F2-ABDA-4B40-93FC-053B7C999A8E}" type="slidenum">
              <a:rPr lang="en-GB" smtClean="0"/>
              <a:t>‹#›</a:t>
            </a:fld>
            <a:endParaRPr lang="en-GB"/>
          </a:p>
        </p:txBody>
      </p:sp>
    </p:spTree>
    <p:extLst>
      <p:ext uri="{BB962C8B-B14F-4D97-AF65-F5344CB8AC3E}">
        <p14:creationId xmlns:p14="http://schemas.microsoft.com/office/powerpoint/2010/main" val="2086154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5ABF65-A82D-A8E9-10E0-65C13BBA7D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F0E2D86-75EB-3E2E-FAD4-E9A5E47A7F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D2255C-A0F8-5169-7C80-DC0533BDDB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CD4CD0-28FB-462F-A5CD-867ED786CCD3}" type="datetimeFigureOut">
              <a:rPr lang="en-GB" smtClean="0"/>
              <a:t>23/07/2026</a:t>
            </a:fld>
            <a:endParaRPr lang="en-GB"/>
          </a:p>
        </p:txBody>
      </p:sp>
      <p:sp>
        <p:nvSpPr>
          <p:cNvPr id="5" name="Footer Placeholder 4">
            <a:extLst>
              <a:ext uri="{FF2B5EF4-FFF2-40B4-BE49-F238E27FC236}">
                <a16:creationId xmlns:a16="http://schemas.microsoft.com/office/drawing/2014/main" id="{0003F00E-2DCA-D90B-AA97-BAB73DC175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FD08C7B-DE6D-D8CF-73C1-1E3A3453F2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4D57F2-ABDA-4B40-93FC-053B7C999A8E}" type="slidenum">
              <a:rPr lang="en-GB" smtClean="0"/>
              <a:t>‹#›</a:t>
            </a:fld>
            <a:endParaRPr lang="en-GB"/>
          </a:p>
        </p:txBody>
      </p:sp>
    </p:spTree>
    <p:extLst>
      <p:ext uri="{BB962C8B-B14F-4D97-AF65-F5344CB8AC3E}">
        <p14:creationId xmlns:p14="http://schemas.microsoft.com/office/powerpoint/2010/main" val="1497381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2934C-7D53-B087-3A12-D6FE58FB4295}"/>
              </a:ext>
            </a:extLst>
          </p:cNvPr>
          <p:cNvSpPr>
            <a:spLocks noGrp="1"/>
          </p:cNvSpPr>
          <p:nvPr>
            <p:ph type="ctrTitle"/>
          </p:nvPr>
        </p:nvSpPr>
        <p:spPr/>
        <p:txBody>
          <a:bodyPr>
            <a:normAutofit fontScale="90000"/>
          </a:bodyPr>
          <a:lstStyle/>
          <a:p>
            <a:r>
              <a:rPr lang="en-GB" dirty="0"/>
              <a:t>Manifold-Aware Macroeconomic Stress Path Construction</a:t>
            </a:r>
          </a:p>
        </p:txBody>
      </p:sp>
      <p:sp>
        <p:nvSpPr>
          <p:cNvPr id="3" name="Subtitle 2">
            <a:extLst>
              <a:ext uri="{FF2B5EF4-FFF2-40B4-BE49-F238E27FC236}">
                <a16:creationId xmlns:a16="http://schemas.microsoft.com/office/drawing/2014/main" id="{E126A651-281B-3BA2-3B9D-0EE2EB7D7B32}"/>
              </a:ext>
            </a:extLst>
          </p:cNvPr>
          <p:cNvSpPr>
            <a:spLocks noGrp="1"/>
          </p:cNvSpPr>
          <p:nvPr>
            <p:ph type="subTitle" idx="1"/>
          </p:nvPr>
        </p:nvSpPr>
        <p:spPr/>
        <p:txBody>
          <a:bodyPr/>
          <a:lstStyle/>
          <a:p>
            <a:r>
              <a:rPr lang="en-GB" dirty="0"/>
              <a:t>Adam Fowlie - University of Edinburgh</a:t>
            </a:r>
          </a:p>
          <a:p>
            <a:r>
              <a:rPr lang="en-GB" dirty="0"/>
              <a:t>Dr. Usama Nadeem - TNP</a:t>
            </a:r>
          </a:p>
          <a:p>
            <a:r>
              <a:rPr lang="en-GB" dirty="0"/>
              <a:t>Dr. Etienne Hofstetter - TNP</a:t>
            </a:r>
          </a:p>
        </p:txBody>
      </p:sp>
    </p:spTree>
    <p:extLst>
      <p:ext uri="{BB962C8B-B14F-4D97-AF65-F5344CB8AC3E}">
        <p14:creationId xmlns:p14="http://schemas.microsoft.com/office/powerpoint/2010/main" val="308999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F827E-C1C4-78EF-E429-A250D41C0321}"/>
              </a:ext>
            </a:extLst>
          </p:cNvPr>
          <p:cNvSpPr>
            <a:spLocks noGrp="1"/>
          </p:cNvSpPr>
          <p:nvPr>
            <p:ph type="title"/>
          </p:nvPr>
        </p:nvSpPr>
        <p:spPr/>
        <p:txBody>
          <a:bodyPr/>
          <a:lstStyle/>
          <a:p>
            <a:r>
              <a:rPr lang="en-GB" dirty="0"/>
              <a:t>Stress testing</a:t>
            </a:r>
          </a:p>
        </p:txBody>
      </p:sp>
      <p:sp>
        <p:nvSpPr>
          <p:cNvPr id="3" name="Content Placeholder 2">
            <a:extLst>
              <a:ext uri="{FF2B5EF4-FFF2-40B4-BE49-F238E27FC236}">
                <a16:creationId xmlns:a16="http://schemas.microsoft.com/office/drawing/2014/main" id="{F563EBE3-7485-C384-F520-B9C5620EB480}"/>
              </a:ext>
            </a:extLst>
          </p:cNvPr>
          <p:cNvSpPr>
            <a:spLocks noGrp="1"/>
          </p:cNvSpPr>
          <p:nvPr>
            <p:ph idx="1"/>
          </p:nvPr>
        </p:nvSpPr>
        <p:spPr/>
        <p:txBody>
          <a:bodyPr/>
          <a:lstStyle/>
          <a:p>
            <a:r>
              <a:rPr lang="en-GB" dirty="0"/>
              <a:t>Want to model paths between two economic scenarios</a:t>
            </a:r>
          </a:p>
          <a:p>
            <a:pPr lvl="1"/>
            <a:r>
              <a:rPr lang="en-GB" dirty="0"/>
              <a:t>Why do we want to do this?</a:t>
            </a:r>
          </a:p>
          <a:p>
            <a:r>
              <a:rPr lang="en-GB" dirty="0"/>
              <a:t>The endpoint matters, but the path between them may matter</a:t>
            </a:r>
          </a:p>
          <a:p>
            <a:endParaRPr lang="en-GB" dirty="0"/>
          </a:p>
          <a:p>
            <a:r>
              <a:rPr lang="en-GB" dirty="0"/>
              <a:t>Figure: Normal state  --?-</a:t>
            </a:r>
            <a:r>
              <a:rPr lang="en-GB" dirty="0">
                <a:sym typeface="Wingdings" panose="05000000000000000000" pitchFamily="2" charset="2"/>
              </a:rPr>
              <a:t>-&gt; Stressed state</a:t>
            </a:r>
          </a:p>
          <a:p>
            <a:endParaRPr lang="en-GB" dirty="0">
              <a:sym typeface="Wingdings" panose="05000000000000000000" pitchFamily="2" charset="2"/>
            </a:endParaRPr>
          </a:p>
          <a:p>
            <a:endParaRPr lang="en-GB" dirty="0"/>
          </a:p>
          <a:p>
            <a:pPr lvl="1"/>
            <a:endParaRPr lang="en-GB" dirty="0"/>
          </a:p>
        </p:txBody>
      </p:sp>
    </p:spTree>
    <p:extLst>
      <p:ext uri="{BB962C8B-B14F-4D97-AF65-F5344CB8AC3E}">
        <p14:creationId xmlns:p14="http://schemas.microsoft.com/office/powerpoint/2010/main" val="24614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6FB75-D931-F9F5-6840-20CB052927E6}"/>
              </a:ext>
            </a:extLst>
          </p:cNvPr>
          <p:cNvSpPr>
            <a:spLocks noGrp="1"/>
          </p:cNvSpPr>
          <p:nvPr>
            <p:ph type="title"/>
          </p:nvPr>
        </p:nvSpPr>
        <p:spPr/>
        <p:txBody>
          <a:bodyPr>
            <a:normAutofit/>
          </a:bodyPr>
          <a:lstStyle/>
          <a:p>
            <a:r>
              <a:rPr lang="en-GB" dirty="0"/>
              <a:t>Introduce current path generation methods</a:t>
            </a:r>
          </a:p>
        </p:txBody>
      </p:sp>
      <p:sp>
        <p:nvSpPr>
          <p:cNvPr id="3" name="Content Placeholder 2">
            <a:extLst>
              <a:ext uri="{FF2B5EF4-FFF2-40B4-BE49-F238E27FC236}">
                <a16:creationId xmlns:a16="http://schemas.microsoft.com/office/drawing/2014/main" id="{889F5816-C7D8-1B4B-16E6-3C5CB0662507}"/>
              </a:ext>
            </a:extLst>
          </p:cNvPr>
          <p:cNvSpPr>
            <a:spLocks noGrp="1"/>
          </p:cNvSpPr>
          <p:nvPr>
            <p:ph idx="1"/>
          </p:nvPr>
        </p:nvSpPr>
        <p:spPr>
          <a:xfrm>
            <a:off x="838200" y="1837335"/>
            <a:ext cx="10515600" cy="4308255"/>
          </a:xfrm>
        </p:spPr>
        <p:txBody>
          <a:bodyPr/>
          <a:lstStyle/>
          <a:p>
            <a:r>
              <a:rPr lang="en-GB" dirty="0"/>
              <a:t>PCA, … linear methods</a:t>
            </a:r>
          </a:p>
        </p:txBody>
      </p:sp>
    </p:spTree>
    <p:extLst>
      <p:ext uri="{BB962C8B-B14F-4D97-AF65-F5344CB8AC3E}">
        <p14:creationId xmlns:p14="http://schemas.microsoft.com/office/powerpoint/2010/main" val="858130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2378C-E1A2-E5BF-5CD8-529E5AECA778}"/>
              </a:ext>
            </a:extLst>
          </p:cNvPr>
          <p:cNvSpPr>
            <a:spLocks noGrp="1"/>
          </p:cNvSpPr>
          <p:nvPr>
            <p:ph type="title"/>
          </p:nvPr>
        </p:nvSpPr>
        <p:spPr/>
        <p:txBody>
          <a:bodyPr/>
          <a:lstStyle/>
          <a:p>
            <a:r>
              <a:rPr lang="en-GB" dirty="0"/>
              <a:t>Manifold hypothesis</a:t>
            </a:r>
          </a:p>
        </p:txBody>
      </p:sp>
      <p:sp>
        <p:nvSpPr>
          <p:cNvPr id="3" name="Content Placeholder 2">
            <a:extLst>
              <a:ext uri="{FF2B5EF4-FFF2-40B4-BE49-F238E27FC236}">
                <a16:creationId xmlns:a16="http://schemas.microsoft.com/office/drawing/2014/main" id="{65B7DBD5-BC96-51B8-96CF-EA4F27794A63}"/>
              </a:ext>
            </a:extLst>
          </p:cNvPr>
          <p:cNvSpPr>
            <a:spLocks noGrp="1"/>
          </p:cNvSpPr>
          <p:nvPr>
            <p:ph idx="1"/>
          </p:nvPr>
        </p:nvSpPr>
        <p:spPr/>
        <p:txBody>
          <a:bodyPr/>
          <a:lstStyle/>
          <a:p>
            <a:r>
              <a:rPr lang="en-GB" dirty="0"/>
              <a:t>In many models we assume that there is an underlying latent process driving macroeconomic observables.</a:t>
            </a:r>
          </a:p>
          <a:p>
            <a:r>
              <a:rPr lang="en-GB" dirty="0"/>
              <a:t>This gives rise to the manifold hypothesis, where variables may live in high-dimensional space, but be restricted to a lower dimensional manifold.</a:t>
            </a:r>
          </a:p>
        </p:txBody>
      </p:sp>
    </p:spTree>
    <p:extLst>
      <p:ext uri="{BB962C8B-B14F-4D97-AF65-F5344CB8AC3E}">
        <p14:creationId xmlns:p14="http://schemas.microsoft.com/office/powerpoint/2010/main" val="34850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5389C-E81B-204E-AF24-B6222C6649B9}"/>
              </a:ext>
            </a:extLst>
          </p:cNvPr>
          <p:cNvSpPr>
            <a:spLocks noGrp="1"/>
          </p:cNvSpPr>
          <p:nvPr>
            <p:ph type="title"/>
          </p:nvPr>
        </p:nvSpPr>
        <p:spPr>
          <a:xfrm>
            <a:off x="838200" y="365125"/>
            <a:ext cx="10515600" cy="1325563"/>
          </a:xfrm>
        </p:spPr>
        <p:txBody>
          <a:bodyPr/>
          <a:lstStyle/>
          <a:p>
            <a:r>
              <a:rPr lang="en-GB" dirty="0"/>
              <a:t>Goal</a:t>
            </a:r>
          </a:p>
        </p:txBody>
      </p:sp>
      <p:sp>
        <p:nvSpPr>
          <p:cNvPr id="3" name="Content Placeholder 2">
            <a:extLst>
              <a:ext uri="{FF2B5EF4-FFF2-40B4-BE49-F238E27FC236}">
                <a16:creationId xmlns:a16="http://schemas.microsoft.com/office/drawing/2014/main" id="{A715E5B0-038D-325F-5178-3814A7E58DBA}"/>
              </a:ext>
            </a:extLst>
          </p:cNvPr>
          <p:cNvSpPr>
            <a:spLocks noGrp="1"/>
          </p:cNvSpPr>
          <p:nvPr>
            <p:ph idx="1"/>
          </p:nvPr>
        </p:nvSpPr>
        <p:spPr/>
        <p:txBody>
          <a:bodyPr/>
          <a:lstStyle/>
          <a:p>
            <a:r>
              <a:rPr lang="en-GB" dirty="0"/>
              <a:t>Can we construct paths between two economic endpoints that remain close to this manifold?</a:t>
            </a:r>
          </a:p>
        </p:txBody>
      </p:sp>
    </p:spTree>
    <p:extLst>
      <p:ext uri="{BB962C8B-B14F-4D97-AF65-F5344CB8AC3E}">
        <p14:creationId xmlns:p14="http://schemas.microsoft.com/office/powerpoint/2010/main" val="21946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1B143-C6DB-073A-2D25-F63CF371C755}"/>
              </a:ext>
            </a:extLst>
          </p:cNvPr>
          <p:cNvSpPr>
            <a:spLocks noGrp="1"/>
          </p:cNvSpPr>
          <p:nvPr>
            <p:ph type="title"/>
          </p:nvPr>
        </p:nvSpPr>
        <p:spPr/>
        <p:txBody>
          <a:bodyPr/>
          <a:lstStyle/>
          <a:p>
            <a:r>
              <a:rPr lang="en-GB" dirty="0"/>
              <a:t>How we intend to achieve our goal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7781C5B-D83F-5E9D-A489-1A8B978CBC1F}"/>
                  </a:ext>
                </a:extLst>
              </p:cNvPr>
              <p:cNvSpPr>
                <a:spLocks noGrp="1"/>
              </p:cNvSpPr>
              <p:nvPr>
                <p:ph idx="1"/>
              </p:nvPr>
            </p:nvSpPr>
            <p:spPr/>
            <p:txBody>
              <a:bodyPr>
                <a:normAutofit/>
              </a:bodyPr>
              <a:lstStyle/>
              <a:p>
                <a:r>
                  <a:rPr lang="en-GB" dirty="0"/>
                  <a:t>We want to find a way to learn the intrinsic geometry of macroeconomic variables.</a:t>
                </a:r>
              </a:p>
              <a:p>
                <a:r>
                  <a:rPr lang="en-GB" dirty="0"/>
                  <a:t>We can then generate paths along this geometry for new stress points, which keeps the path more historically supported</a:t>
                </a:r>
              </a:p>
              <a:p>
                <a:pPr marL="0" indent="0">
                  <a:buNone/>
                </a:pPr>
                <a:endParaRPr lang="en-GB" dirty="0"/>
              </a:p>
              <a:p>
                <a:pPr marL="0" indent="0" algn="ctr">
                  <a:buNone/>
                </a:pPr>
                <a14:m>
                  <m:oMath xmlns:m="http://schemas.openxmlformats.org/officeDocument/2006/math">
                    <m:r>
                      <a:rPr lang="en-GB" i="1" smtClean="0">
                        <a:latin typeface="Cambria Math" panose="02040503050406030204" pitchFamily="18" charset="0"/>
                      </a:rPr>
                      <m:t>𝑀</m:t>
                    </m:r>
                    <m:r>
                      <a:rPr lang="en-GB" i="1" smtClean="0">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ℝ</m:t>
                        </m:r>
                      </m:e>
                      <m:sup>
                        <m:r>
                          <a:rPr lang="en-GB" i="1">
                            <a:latin typeface="Cambria Math" panose="02040503050406030204" pitchFamily="18" charset="0"/>
                          </a:rPr>
                          <m:t>𝐷</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ℝ</m:t>
                        </m:r>
                      </m:e>
                      <m:sup>
                        <m:r>
                          <a:rPr lang="en-GB" i="1">
                            <a:latin typeface="Cambria Math" panose="02040503050406030204" pitchFamily="18" charset="0"/>
                          </a:rPr>
                          <m:t>ℓ</m:t>
                        </m:r>
                      </m:sup>
                    </m:sSup>
                    <m:r>
                      <a:rPr lang="en-GB" i="1">
                        <a:latin typeface="Cambria Math" panose="02040503050406030204" pitchFamily="18" charset="0"/>
                      </a:rPr>
                      <m:t>, </m:t>
                    </m:r>
                    <m:r>
                      <a:rPr lang="en-GB" i="1">
                        <a:latin typeface="Cambria Math" panose="02040503050406030204" pitchFamily="18" charset="0"/>
                      </a:rPr>
                      <m:t>𝑀</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panose="02040503050406030204" pitchFamily="18" charset="0"/>
                                  </a:rPr>
                                  <m:t>𝑧</m:t>
                                </m:r>
                              </m:e>
                            </m:acc>
                          </m:e>
                          <m:sub>
                            <m:r>
                              <a:rPr lang="en-GB" i="1">
                                <a:latin typeface="Cambria Math" panose="02040503050406030204" pitchFamily="18" charset="0"/>
                              </a:rPr>
                              <m:t>𝑡</m:t>
                            </m:r>
                          </m:sub>
                        </m:sSub>
                      </m:e>
                    </m:d>
                    <m:r>
                      <a:rPr lang="en-GB" i="1">
                        <a:latin typeface="Cambria Math" panose="02040503050406030204" pitchFamily="18" charset="0"/>
                      </a:rPr>
                      <m:t>=</m:t>
                    </m:r>
                    <m:sSub>
                      <m:sSubPr>
                        <m:ctrlPr>
                          <a:rPr lang="en-GB" i="1">
                            <a:latin typeface="Cambria Math" panose="02040503050406030204" pitchFamily="18" charset="0"/>
                          </a:rPr>
                        </m:ctrlPr>
                      </m:sSubPr>
                      <m:e>
                        <m:r>
                          <m:rPr>
                            <m:sty m:val="p"/>
                          </m:rPr>
                          <a:rPr lang="en-GB" i="1">
                            <a:latin typeface="Cambria Math" panose="02040503050406030204" pitchFamily="18" charset="0"/>
                          </a:rPr>
                          <m:t>Ψ</m:t>
                        </m:r>
                      </m:e>
                      <m:sub>
                        <m:r>
                          <a:rPr lang="en-GB" i="1">
                            <a:latin typeface="Cambria Math" panose="02040503050406030204" pitchFamily="18" charset="0"/>
                          </a:rPr>
                          <m:t>𝑡</m:t>
                        </m:r>
                      </m:sub>
                    </m:sSub>
                  </m:oMath>
                </a14:m>
                <a:r>
                  <a:rPr lang="en-GB" dirty="0"/>
                  <a:t>, </a:t>
                </a:r>
              </a:p>
              <a:p>
                <a:pPr marL="0" indent="0">
                  <a:buNone/>
                </a:pPr>
                <a:r>
                  <a:rPr lang="en-GB" b="0" dirty="0"/>
                  <a:t>where </a:t>
                </a:r>
                <a14:m>
                  <m:oMath xmlns:m="http://schemas.openxmlformats.org/officeDocument/2006/math">
                    <m:sSub>
                      <m:sSubPr>
                        <m:ctrlPr>
                          <a:rPr lang="en-GB" b="0" i="1" smtClean="0">
                            <a:latin typeface="Cambria Math" panose="02040503050406030204" pitchFamily="18" charset="0"/>
                          </a:rPr>
                        </m:ctrlPr>
                      </m:sSubPr>
                      <m:e>
                        <m:r>
                          <m:rPr>
                            <m:sty m:val="p"/>
                          </m:rPr>
                          <a:rPr lang="en-GB" b="0" i="1" smtClean="0">
                            <a:latin typeface="Cambria Math" panose="02040503050406030204" pitchFamily="18" charset="0"/>
                          </a:rPr>
                          <m:t>Ψ</m:t>
                        </m:r>
                      </m:e>
                      <m:sub>
                        <m:r>
                          <a:rPr lang="en-GB" b="0" i="1" smtClean="0">
                            <a:latin typeface="Cambria Math" panose="02040503050406030204" pitchFamily="18" charset="0"/>
                          </a:rPr>
                          <m:t>𝑡</m:t>
                        </m:r>
                      </m:sub>
                    </m:sSub>
                  </m:oMath>
                </a14:m>
                <a:r>
                  <a:rPr lang="en-GB" dirty="0"/>
                  <a:t> is a coordinate system which respects the underlying geometry of the macroeconomic data</a:t>
                </a:r>
                <a:endParaRPr lang="en-GB" b="0" dirty="0"/>
              </a:p>
              <a:p>
                <a:endParaRPr lang="en-GB" b="0" dirty="0"/>
              </a:p>
              <a:p>
                <a:endParaRPr lang="en-GB" b="0" dirty="0"/>
              </a:p>
              <a:p>
                <a:endParaRPr lang="en-GB" dirty="0"/>
              </a:p>
            </p:txBody>
          </p:sp>
        </mc:Choice>
        <mc:Fallback>
          <p:sp>
            <p:nvSpPr>
              <p:cNvPr id="3" name="Content Placeholder 2">
                <a:extLst>
                  <a:ext uri="{FF2B5EF4-FFF2-40B4-BE49-F238E27FC236}">
                    <a16:creationId xmlns:a16="http://schemas.microsoft.com/office/drawing/2014/main" id="{D7781C5B-D83F-5E9D-A489-1A8B978CBC1F}"/>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4009942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71DCE-4361-3CF9-DA10-5D95DB43078C}"/>
              </a:ext>
            </a:extLst>
          </p:cNvPr>
          <p:cNvSpPr>
            <a:spLocks noGrp="1"/>
          </p:cNvSpPr>
          <p:nvPr>
            <p:ph type="title"/>
          </p:nvPr>
        </p:nvSpPr>
        <p:spPr/>
        <p:txBody>
          <a:bodyPr/>
          <a:lstStyle/>
          <a:p>
            <a:r>
              <a:rPr lang="en-GB" dirty="0"/>
              <a:t>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D1C20C9-3B90-22D0-FC5E-3B9FB697CE3D}"/>
                  </a:ext>
                </a:extLst>
              </p:cNvPr>
              <p:cNvSpPr>
                <a:spLocks noGrp="1"/>
              </p:cNvSpPr>
              <p:nvPr>
                <p:ph idx="1"/>
              </p:nvPr>
            </p:nvSpPr>
            <p:spPr/>
            <p:txBody>
              <a:bodyPr>
                <a:normAutofit/>
              </a:bodyPr>
              <a:lstStyle/>
              <a:p>
                <a:r>
                  <a:rPr lang="en-GB" dirty="0"/>
                  <a:t>We have monthly macro data from FRED and returns of industry portfolios from the Kenneth-French library.</a:t>
                </a:r>
              </a:p>
              <a:p>
                <a:r>
                  <a:rPr lang="en-GB" dirty="0"/>
                  <a:t>We take raw data, transform it to make it stationary, and standardise with a quantile transformation to bring it to the correct scale*</a:t>
                </a:r>
              </a:p>
              <a:p>
                <a:pPr marL="0" indent="0" algn="ctr">
                  <a:buNone/>
                </a:pPr>
                <a14:m>
                  <m:oMathPara xmlns:m="http://schemas.openxmlformats.org/officeDocument/2006/math">
                    <m:oMathParaPr>
                      <m:jc m:val="centerGroup"/>
                    </m:oMathParaPr>
                    <m:oMath xmlns:m="http://schemas.openxmlformats.org/officeDocument/2006/math">
                      <m:r>
                        <m:rPr>
                          <m:nor/>
                        </m:rPr>
                        <a:rPr lang="en-GB" b="0" i="0" smtClean="0">
                          <a:latin typeface="Cambria Math" panose="02040503050406030204" pitchFamily="18" charset="0"/>
                        </a:rPr>
                        <m:t>FRED</m:t>
                      </m:r>
                      <m:r>
                        <m:rPr>
                          <m:nor/>
                        </m:rPr>
                        <a:rPr lang="en-GB" b="0" i="0" smtClean="0">
                          <a:latin typeface="Cambria Math" panose="02040503050406030204" pitchFamily="18" charset="0"/>
                        </a:rPr>
                        <m:t> </m:t>
                      </m:r>
                      <m:r>
                        <m:rPr>
                          <m:nor/>
                        </m:rPr>
                        <a:rPr lang="en-GB" b="0" i="0" smtClean="0">
                          <a:latin typeface="Cambria Math" panose="02040503050406030204" pitchFamily="18" charset="0"/>
                        </a:rPr>
                        <m:t>Data</m:t>
                      </m:r>
                      <m:r>
                        <a:rPr lang="en-GB" b="0" i="0" smtClean="0">
                          <a:latin typeface="Cambria Math" panose="02040503050406030204" pitchFamily="18" charset="0"/>
                        </a:rPr>
                        <m:t>↦</m:t>
                      </m:r>
                      <m:acc>
                        <m:accPr>
                          <m:chr m:val="˜"/>
                          <m:ctrlPr>
                            <a:rPr lang="en-GB" b="0" i="0" smtClean="0">
                              <a:latin typeface="Cambria Math" panose="02040503050406030204" pitchFamily="18" charset="0"/>
                            </a:rPr>
                          </m:ctrlPr>
                        </m:accPr>
                        <m:e>
                          <m:r>
                            <a:rPr lang="en-GB" b="0" i="0" smtClean="0">
                              <a:latin typeface="Cambria Math" panose="02040503050406030204" pitchFamily="18" charset="0"/>
                            </a:rPr>
                            <m:t>𝑍</m:t>
                          </m:r>
                        </m:e>
                      </m:acc>
                      <m:r>
                        <a:rPr lang="en-GB" b="0" i="0" smtClean="0">
                          <a:latin typeface="Cambria Math" panose="02040503050406030204" pitchFamily="18" charset="0"/>
                        </a:rPr>
                        <m:t>⊂</m:t>
                      </m:r>
                      <m:sSup>
                        <m:sSupPr>
                          <m:ctrlPr>
                            <a:rPr lang="en-GB" b="0" i="0" smtClean="0">
                              <a:latin typeface="Cambria Math" panose="02040503050406030204" pitchFamily="18" charset="0"/>
                            </a:rPr>
                          </m:ctrlPr>
                        </m:sSupPr>
                        <m:e>
                          <m:r>
                            <a:rPr lang="en-GB" b="0" i="0" smtClean="0">
                              <a:latin typeface="Cambria Math" panose="02040503050406030204" pitchFamily="18" charset="0"/>
                            </a:rPr>
                            <m:t>ℝ</m:t>
                          </m:r>
                        </m:e>
                        <m:sup>
                          <m:r>
                            <a:rPr lang="en-GB" b="0" i="0" smtClean="0">
                              <a:latin typeface="Cambria Math" panose="02040503050406030204" pitchFamily="18" charset="0"/>
                            </a:rPr>
                            <m:t>𝑁</m:t>
                          </m:r>
                          <m:r>
                            <a:rPr lang="en-GB" b="0" i="0" smtClean="0">
                              <a:latin typeface="Cambria Math" panose="02040503050406030204" pitchFamily="18" charset="0"/>
                            </a:rPr>
                            <m:t>×45</m:t>
                          </m:r>
                        </m:sup>
                      </m:sSup>
                    </m:oMath>
                  </m:oMathPara>
                </a14:m>
                <a:endParaRPr lang="en-GB" dirty="0"/>
              </a:p>
              <a:p>
                <a:pPr marL="0" indent="0" algn="ctr">
                  <a:buNone/>
                </a:pPr>
                <a:endParaRPr lang="en-GB" dirty="0"/>
              </a:p>
              <a:p>
                <a:r>
                  <a:rPr lang="en-GB" dirty="0"/>
                  <a:t>* Quantile introduces some problems; how to inverse, change of scales, … </a:t>
                </a:r>
              </a:p>
              <a:p>
                <a:endParaRPr lang="en-GB" dirty="0"/>
              </a:p>
            </p:txBody>
          </p:sp>
        </mc:Choice>
        <mc:Fallback>
          <p:sp>
            <p:nvSpPr>
              <p:cNvPr id="3" name="Content Placeholder 2">
                <a:extLst>
                  <a:ext uri="{FF2B5EF4-FFF2-40B4-BE49-F238E27FC236}">
                    <a16:creationId xmlns:a16="http://schemas.microsoft.com/office/drawing/2014/main" id="{ED1C20C9-3B90-22D0-FC5E-3B9FB697CE3D}"/>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GB">
                    <a:noFill/>
                  </a:rPr>
                  <a:t> </a:t>
                </a:r>
              </a:p>
            </p:txBody>
          </p:sp>
        </mc:Fallback>
      </mc:AlternateContent>
    </p:spTree>
    <p:extLst>
      <p:ext uri="{BB962C8B-B14F-4D97-AF65-F5344CB8AC3E}">
        <p14:creationId xmlns:p14="http://schemas.microsoft.com/office/powerpoint/2010/main" val="426548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8D6A-9596-6700-6F1F-EF9AEA2063B5}"/>
              </a:ext>
            </a:extLst>
          </p:cNvPr>
          <p:cNvSpPr>
            <a:spLocks noGrp="1"/>
          </p:cNvSpPr>
          <p:nvPr>
            <p:ph type="title"/>
          </p:nvPr>
        </p:nvSpPr>
        <p:spPr/>
        <p:txBody>
          <a:bodyPr/>
          <a:lstStyle/>
          <a:p>
            <a:r>
              <a:rPr lang="en-GB" dirty="0"/>
              <a:t>Diffusion maps</a:t>
            </a:r>
          </a:p>
        </p:txBody>
      </p:sp>
      <p:sp>
        <p:nvSpPr>
          <p:cNvPr id="3" name="Content Placeholder 2">
            <a:extLst>
              <a:ext uri="{FF2B5EF4-FFF2-40B4-BE49-F238E27FC236}">
                <a16:creationId xmlns:a16="http://schemas.microsoft.com/office/drawing/2014/main" id="{FAA5FA8A-D35D-D84F-0EFB-75F8CA058415}"/>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4183393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01E4-2CE9-FE72-3639-18A444CB58CA}"/>
              </a:ext>
            </a:extLst>
          </p:cNvPr>
          <p:cNvSpPr>
            <a:spLocks noGrp="1"/>
          </p:cNvSpPr>
          <p:nvPr>
            <p:ph type="title"/>
          </p:nvPr>
        </p:nvSpPr>
        <p:spPr/>
        <p:txBody>
          <a:bodyPr/>
          <a:lstStyle/>
          <a:p>
            <a:r>
              <a:rPr lang="en-GB" dirty="0"/>
              <a:t>Building a graph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6EEC8D8-1FA8-A5D6-0259-4B94FC6F3020}"/>
                  </a:ext>
                </a:extLst>
              </p:cNvPr>
              <p:cNvSpPr>
                <a:spLocks noGrp="1"/>
              </p:cNvSpPr>
              <p:nvPr>
                <p:ph idx="1"/>
              </p:nvPr>
            </p:nvSpPr>
            <p:spPr/>
            <p:txBody>
              <a:bodyPr/>
              <a:lstStyle/>
              <a:p>
                <a:r>
                  <a:rPr lang="en-GB" dirty="0"/>
                  <a:t>We build a graph where edges are defined as </a:t>
                </a:r>
              </a:p>
              <a:p>
                <a:pPr marL="0" indent="0" algn="ctr">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𝑖𝑗</m:t>
                          </m:r>
                        </m:sub>
                      </m:sSub>
                      <m:r>
                        <a:rPr lang="en-GB" i="1">
                          <a:latin typeface="Cambria Math" panose="02040503050406030204" pitchFamily="18" charset="0"/>
                        </a:rPr>
                        <m:t>=</m:t>
                      </m:r>
                      <m:func>
                        <m:funcPr>
                          <m:ctrlPr>
                            <a:rPr lang="en-GB" i="1">
                              <a:latin typeface="Cambria Math" panose="02040503050406030204" pitchFamily="18" charset="0"/>
                            </a:rPr>
                          </m:ctrlPr>
                        </m:funcPr>
                        <m:fName>
                          <m:r>
                            <m:rPr>
                              <m:sty m:val="p"/>
                            </m:rPr>
                            <a:rPr lang="en-GB" i="1">
                              <a:latin typeface="Cambria Math" panose="02040503050406030204" pitchFamily="18" charset="0"/>
                            </a:rPr>
                            <m:t>exp</m:t>
                          </m:r>
                        </m:fName>
                        <m:e>
                          <m:d>
                            <m:dPr>
                              <m:ctrlPr>
                                <a:rPr lang="en-GB" i="1">
                                  <a:latin typeface="Cambria Math" panose="02040503050406030204" pitchFamily="18" charset="0"/>
                                </a:rPr>
                              </m:ctrlPr>
                            </m:dPr>
                            <m:e>
                              <m:r>
                                <a:rPr lang="en-GB" i="1">
                                  <a:latin typeface="Cambria Math" panose="02040503050406030204" pitchFamily="18" charset="0"/>
                                </a:rPr>
                                <m:t>−</m:t>
                              </m:r>
                              <m:f>
                                <m:fPr>
                                  <m:ctrlPr>
                                    <a:rPr lang="en-GB" i="1">
                                      <a:latin typeface="Cambria Math" panose="02040503050406030204" pitchFamily="18" charset="0"/>
                                    </a:rPr>
                                  </m:ctrlPr>
                                </m:fPr>
                                <m:num>
                                  <m:sSup>
                                    <m:sSupPr>
                                      <m:ctrlPr>
                                        <a:rPr lang="en-GB" i="1">
                                          <a:latin typeface="Cambria Math" panose="02040503050406030204" pitchFamily="18" charset="0"/>
                                        </a:rPr>
                                      </m:ctrlPr>
                                    </m:sSupPr>
                                    <m:e>
                                      <m:d>
                                        <m:dPr>
                                          <m:begChr m:val="‖"/>
                                          <m:endChr m:val="‖"/>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𝑗</m:t>
                                              </m:r>
                                            </m:sub>
                                          </m:sSub>
                                        </m:e>
                                      </m:d>
                                    </m:e>
                                    <m:sup>
                                      <m:r>
                                        <a:rPr lang="en-GB" i="1">
                                          <a:latin typeface="Cambria Math" panose="02040503050406030204" pitchFamily="18" charset="0"/>
                                        </a:rPr>
                                        <m:t>2</m:t>
                                      </m:r>
                                    </m:sup>
                                  </m:sSup>
                                </m:num>
                                <m:den>
                                  <m:r>
                                    <a:rPr lang="en-GB" i="1">
                                      <a:latin typeface="Cambria Math" panose="02040503050406030204" pitchFamily="18" charset="0"/>
                                    </a:rPr>
                                    <m:t>𝜀</m:t>
                                  </m:r>
                                </m:den>
                              </m:f>
                            </m:e>
                          </m:d>
                        </m:e>
                      </m:func>
                      <m:r>
                        <a:rPr lang="en-GB" b="0" i="1" smtClean="0">
                          <a:latin typeface="Cambria Math" panose="02040503050406030204" pitchFamily="18" charset="0"/>
                        </a:rPr>
                        <m:t>,</m:t>
                      </m:r>
                    </m:oMath>
                  </m:oMathPara>
                </a14:m>
                <a:endParaRPr lang="en-GB" dirty="0"/>
              </a:p>
              <a:p>
                <a:pPr marL="0" indent="0">
                  <a:buNone/>
                </a:pPr>
                <a:r>
                  <a:rPr lang="en-GB" dirty="0"/>
                  <a:t>where </a:t>
                </a:r>
                <a14:m>
                  <m:oMath xmlns:m="http://schemas.openxmlformats.org/officeDocument/2006/math">
                    <m:r>
                      <a:rPr lang="en-GB" b="0" i="1" smtClean="0">
                        <a:latin typeface="Cambria Math" panose="02040503050406030204" pitchFamily="18" charset="0"/>
                      </a:rPr>
                      <m:t>𝜀</m:t>
                    </m:r>
                  </m:oMath>
                </a14:m>
                <a:r>
                  <a:rPr lang="en-GB" b="0" dirty="0"/>
                  <a:t> is a bandwidth parameter that controls the locality of the graph. </a:t>
                </a:r>
              </a:p>
              <a:p>
                <a:pPr marL="0" indent="0">
                  <a:buNone/>
                </a:pPr>
                <a:r>
                  <a:rPr lang="en-GB" dirty="0"/>
                  <a:t>Weights represent local affinities to neighbours; weights close to 1 mean that nodes are closely connected, weights close to 0 mean that nodes are not strongly connected.</a:t>
                </a:r>
                <a:endParaRPr lang="en-GB" b="0" dirty="0"/>
              </a:p>
              <a:p>
                <a:pPr marL="0" indent="0">
                  <a:buNone/>
                </a:pPr>
                <a:endParaRPr lang="en-GB" dirty="0"/>
              </a:p>
              <a:p>
                <a:pPr marL="0" indent="0" algn="ctr">
                  <a:buNone/>
                </a:pPr>
                <a:endParaRPr lang="en-GB" b="0" dirty="0"/>
              </a:p>
              <a:p>
                <a:pPr marL="0" indent="0">
                  <a:buNone/>
                </a:pPr>
                <a:endParaRPr lang="en-GB" dirty="0"/>
              </a:p>
            </p:txBody>
          </p:sp>
        </mc:Choice>
        <mc:Fallback>
          <p:sp>
            <p:nvSpPr>
              <p:cNvPr id="3" name="Content Placeholder 2">
                <a:extLst>
                  <a:ext uri="{FF2B5EF4-FFF2-40B4-BE49-F238E27FC236}">
                    <a16:creationId xmlns:a16="http://schemas.microsoft.com/office/drawing/2014/main" id="{66EEC8D8-1FA8-A5D6-0259-4B94FC6F3020}"/>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3418759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D8962-D6C3-44A1-0763-E667F9F64D19}"/>
              </a:ext>
            </a:extLst>
          </p:cNvPr>
          <p:cNvSpPr>
            <a:spLocks noGrp="1"/>
          </p:cNvSpPr>
          <p:nvPr>
            <p:ph type="title"/>
          </p:nvPr>
        </p:nvSpPr>
        <p:spPr/>
        <p:txBody>
          <a:bodyPr/>
          <a:lstStyle/>
          <a:p>
            <a:r>
              <a:rPr lang="en-GB" dirty="0"/>
              <a:t>Normalised transition matrix</a:t>
            </a:r>
          </a:p>
        </p:txBody>
      </p:sp>
      <p:sp>
        <p:nvSpPr>
          <p:cNvPr id="3" name="Content Placeholder 2">
            <a:extLst>
              <a:ext uri="{FF2B5EF4-FFF2-40B4-BE49-F238E27FC236}">
                <a16:creationId xmlns:a16="http://schemas.microsoft.com/office/drawing/2014/main" id="{3864FD8D-4A73-2D67-08FF-790938D01A1C}"/>
              </a:ext>
            </a:extLst>
          </p:cNvPr>
          <p:cNvSpPr>
            <a:spLocks noGrp="1"/>
          </p:cNvSpPr>
          <p:nvPr>
            <p:ph idx="1"/>
          </p:nvPr>
        </p:nvSpPr>
        <p:spPr/>
        <p:txBody>
          <a:bodyPr/>
          <a:lstStyle/>
          <a:p>
            <a:r>
              <a:rPr lang="en-GB" dirty="0"/>
              <a:t>The weight matrix is normalised to remove the effect of sampling density</a:t>
            </a:r>
          </a:p>
          <a:p>
            <a:r>
              <a:rPr lang="en-GB" dirty="0"/>
              <a:t>The resulting matrix is normalised to form a transition matrix, where each element represents the probability of a random walk stepping from node </a:t>
            </a:r>
            <a:r>
              <a:rPr lang="en-GB" dirty="0" err="1"/>
              <a:t>i</a:t>
            </a:r>
            <a:r>
              <a:rPr lang="en-GB" dirty="0"/>
              <a:t> to node j.</a:t>
            </a:r>
          </a:p>
        </p:txBody>
      </p:sp>
    </p:spTree>
    <p:extLst>
      <p:ext uri="{BB962C8B-B14F-4D97-AF65-F5344CB8AC3E}">
        <p14:creationId xmlns:p14="http://schemas.microsoft.com/office/powerpoint/2010/main" val="2389450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1889E-D0F6-B6C1-2B12-D8E44B81AE47}"/>
              </a:ext>
            </a:extLst>
          </p:cNvPr>
          <p:cNvSpPr>
            <a:spLocks noGrp="1"/>
          </p:cNvSpPr>
          <p:nvPr>
            <p:ph type="title"/>
          </p:nvPr>
        </p:nvSpPr>
        <p:spPr/>
        <p:txBody>
          <a:bodyPr/>
          <a:lstStyle/>
          <a:p>
            <a:r>
              <a:rPr lang="en-GB" dirty="0"/>
              <a:t>What diffusion coordinates represent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02F73DB-2C8D-9C26-A974-1FB3596045B1}"/>
                  </a:ext>
                </a:extLst>
              </p:cNvPr>
              <p:cNvSpPr>
                <a:spLocks noGrp="1"/>
              </p:cNvSpPr>
              <p:nvPr>
                <p:ph idx="1"/>
              </p:nvPr>
            </p:nvSpPr>
            <p:spPr/>
            <p:txBody>
              <a:bodyPr/>
              <a:lstStyle/>
              <a:p>
                <a:r>
                  <a:rPr lang="en-GB" dirty="0"/>
                  <a:t>I need to figure this out properly – diffusion coordinates give us information about how heat diffuses between points on a manifold. I don’t think we get information about the shape of the manifold from this.</a:t>
                </a:r>
              </a:p>
              <a:p>
                <a:r>
                  <a:rPr lang="en-GB" dirty="0"/>
                  <a:t>We take the leading eigenvectors of P to form our diffusion coordinates </a:t>
                </a:r>
                <a14:m>
                  <m:oMath xmlns:m="http://schemas.openxmlformats.org/officeDocument/2006/math">
                    <m:sSub>
                      <m:sSubPr>
                        <m:ctrlPr>
                          <a:rPr lang="en-GB" i="1" smtClean="0">
                            <a:latin typeface="Cambria Math" panose="02040503050406030204" pitchFamily="18" charset="0"/>
                          </a:rPr>
                        </m:ctrlPr>
                      </m:sSubPr>
                      <m:e>
                        <m:r>
                          <m:rPr>
                            <m:sty m:val="p"/>
                          </m:rPr>
                          <a:rPr lang="en-GB" i="1" smtClean="0">
                            <a:latin typeface="Cambria Math" panose="02040503050406030204" pitchFamily="18" charset="0"/>
                          </a:rPr>
                          <m:t>Ψ</m:t>
                        </m:r>
                      </m:e>
                      <m:sub>
                        <m:r>
                          <a:rPr lang="en-GB" i="1" smtClean="0">
                            <a:latin typeface="Cambria Math" panose="02040503050406030204" pitchFamily="18" charset="0"/>
                          </a:rPr>
                          <m:t>𝑡</m:t>
                        </m:r>
                      </m:sub>
                    </m:sSub>
                    <m:r>
                      <a:rPr lang="en-GB" i="1" smtClean="0">
                        <a:latin typeface="Cambria Math" panose="02040503050406030204" pitchFamily="18" charset="0"/>
                      </a:rPr>
                      <m:t>=</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rPr>
                              <m:t>𝜆</m:t>
                            </m:r>
                          </m:e>
                          <m:sub>
                            <m:r>
                              <a:rPr lang="en-GB" i="1" smtClean="0">
                                <a:latin typeface="Cambria Math" panose="02040503050406030204" pitchFamily="18" charset="0"/>
                              </a:rPr>
                              <m:t>1</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𝜓</m:t>
                            </m:r>
                          </m:e>
                          <m:sub>
                            <m:r>
                              <a:rPr lang="en-GB" i="1" smtClean="0">
                                <a:latin typeface="Cambria Math" panose="02040503050406030204" pitchFamily="18" charset="0"/>
                              </a:rPr>
                              <m:t>1</m:t>
                            </m:r>
                          </m:sub>
                        </m:sSub>
                        <m:d>
                          <m:dPr>
                            <m:ctrlPr>
                              <a:rPr lang="en-GB" i="1" smtClean="0">
                                <a:latin typeface="Cambria Math" panose="02040503050406030204" pitchFamily="18" charset="0"/>
                              </a:rPr>
                            </m:ctrlPr>
                          </m:dPr>
                          <m:e>
                            <m:r>
                              <a:rPr lang="en-GB" i="1" smtClean="0">
                                <a:latin typeface="Cambria Math" panose="02040503050406030204" pitchFamily="18" charset="0"/>
                              </a:rPr>
                              <m:t>𝑡</m:t>
                            </m:r>
                          </m:e>
                        </m:d>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𝜆</m:t>
                            </m:r>
                          </m:e>
                          <m:sub>
                            <m:r>
                              <a:rPr lang="en-GB" i="1" smtClean="0">
                                <a:latin typeface="Cambria Math" panose="02040503050406030204" pitchFamily="18" charset="0"/>
                              </a:rPr>
                              <m:t>𝑟</m:t>
                            </m:r>
                          </m:sub>
                        </m:sSub>
                        <m:sSub>
                          <m:sSubPr>
                            <m:ctrlPr>
                              <a:rPr lang="en-GB" i="1" smtClean="0">
                                <a:latin typeface="Cambria Math" panose="02040503050406030204" pitchFamily="18" charset="0"/>
                              </a:rPr>
                            </m:ctrlPr>
                          </m:sSubPr>
                          <m:e>
                            <m:r>
                              <a:rPr lang="en-GB" i="1" smtClean="0">
                                <a:latin typeface="Cambria Math" panose="02040503050406030204" pitchFamily="18" charset="0"/>
                              </a:rPr>
                              <m:t>𝜓</m:t>
                            </m:r>
                          </m:e>
                          <m:sub>
                            <m:r>
                              <a:rPr lang="en-GB" i="1" smtClean="0">
                                <a:latin typeface="Cambria Math" panose="02040503050406030204" pitchFamily="18" charset="0"/>
                              </a:rPr>
                              <m:t>𝑟</m:t>
                            </m:r>
                          </m:sub>
                        </m:sSub>
                        <m:d>
                          <m:dPr>
                            <m:ctrlPr>
                              <a:rPr lang="en-GB" i="1" smtClean="0">
                                <a:latin typeface="Cambria Math" panose="02040503050406030204" pitchFamily="18" charset="0"/>
                              </a:rPr>
                            </m:ctrlPr>
                          </m:dPr>
                          <m:e>
                            <m:r>
                              <a:rPr lang="en-GB" i="1" smtClean="0">
                                <a:latin typeface="Cambria Math" panose="02040503050406030204" pitchFamily="18" charset="0"/>
                              </a:rPr>
                              <m:t>𝑡</m:t>
                            </m:r>
                          </m:e>
                        </m:d>
                      </m:e>
                    </m:d>
                  </m:oMath>
                </a14:m>
                <a:endParaRPr lang="en-GB" dirty="0"/>
              </a:p>
              <a:p>
                <a:r>
                  <a:rPr lang="en-GB" dirty="0"/>
                  <a:t>Two points are close in diffusion space if they are well connected through the observed data cloud</a:t>
                </a:r>
              </a:p>
            </p:txBody>
          </p:sp>
        </mc:Choice>
        <mc:Fallback>
          <p:sp>
            <p:nvSpPr>
              <p:cNvPr id="3" name="Content Placeholder 2">
                <a:extLst>
                  <a:ext uri="{FF2B5EF4-FFF2-40B4-BE49-F238E27FC236}">
                    <a16:creationId xmlns:a16="http://schemas.microsoft.com/office/drawing/2014/main" id="{602F73DB-2C8D-9C26-A974-1FB3596045B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GB">
                    <a:noFill/>
                  </a:rPr>
                  <a:t> </a:t>
                </a:r>
              </a:p>
            </p:txBody>
          </p:sp>
        </mc:Fallback>
      </mc:AlternateContent>
    </p:spTree>
    <p:extLst>
      <p:ext uri="{BB962C8B-B14F-4D97-AF65-F5344CB8AC3E}">
        <p14:creationId xmlns:p14="http://schemas.microsoft.com/office/powerpoint/2010/main" val="417049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7D2A-1919-781F-42C1-84831333CBB7}"/>
              </a:ext>
            </a:extLst>
          </p:cNvPr>
          <p:cNvSpPr>
            <a:spLocks noGrp="1"/>
          </p:cNvSpPr>
          <p:nvPr>
            <p:ph type="title"/>
          </p:nvPr>
        </p:nvSpPr>
        <p:spPr/>
        <p:txBody>
          <a:bodyPr/>
          <a:lstStyle/>
          <a:p>
            <a:r>
              <a:rPr lang="en-GB" dirty="0"/>
              <a:t>Our diffusion embedding</a:t>
            </a:r>
          </a:p>
        </p:txBody>
      </p:sp>
      <p:sp>
        <p:nvSpPr>
          <p:cNvPr id="3" name="Content Placeholder 2">
            <a:extLst>
              <a:ext uri="{FF2B5EF4-FFF2-40B4-BE49-F238E27FC236}">
                <a16:creationId xmlns:a16="http://schemas.microsoft.com/office/drawing/2014/main" id="{D7E491B8-96C0-2111-68DA-219E49A2F624}"/>
              </a:ext>
            </a:extLst>
          </p:cNvPr>
          <p:cNvSpPr>
            <a:spLocks noGrp="1"/>
          </p:cNvSpPr>
          <p:nvPr>
            <p:ph idx="1"/>
          </p:nvPr>
        </p:nvSpPr>
        <p:spPr/>
        <p:txBody>
          <a:bodyPr/>
          <a:lstStyle/>
          <a:p>
            <a:r>
              <a:rPr lang="en-GB" dirty="0"/>
              <a:t>Show the diffusion coordinates coloured by different variables</a:t>
            </a:r>
          </a:p>
          <a:p>
            <a:r>
              <a:rPr lang="en-GB" dirty="0"/>
              <a:t>Maybe animations or maybe just images</a:t>
            </a:r>
          </a:p>
        </p:txBody>
      </p:sp>
    </p:spTree>
    <p:extLst>
      <p:ext uri="{BB962C8B-B14F-4D97-AF65-F5344CB8AC3E}">
        <p14:creationId xmlns:p14="http://schemas.microsoft.com/office/powerpoint/2010/main" val="2275428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F9A7-1532-C33B-2BAF-BA59D7C14180}"/>
              </a:ext>
            </a:extLst>
          </p:cNvPr>
          <p:cNvSpPr>
            <a:spLocks noGrp="1"/>
          </p:cNvSpPr>
          <p:nvPr>
            <p:ph type="title"/>
          </p:nvPr>
        </p:nvSpPr>
        <p:spPr/>
        <p:txBody>
          <a:bodyPr/>
          <a:lstStyle/>
          <a:p>
            <a:r>
              <a:rPr lang="en-GB" dirty="0"/>
              <a:t>Density and plausibility</a:t>
            </a:r>
          </a:p>
        </p:txBody>
      </p:sp>
      <p:sp>
        <p:nvSpPr>
          <p:cNvPr id="3" name="Content Placeholder 2">
            <a:extLst>
              <a:ext uri="{FF2B5EF4-FFF2-40B4-BE49-F238E27FC236}">
                <a16:creationId xmlns:a16="http://schemas.microsoft.com/office/drawing/2014/main" id="{B8C4D43B-BB26-2512-695C-A310506EA002}"/>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3808331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DC52-1F84-C11A-48DA-4C82E35DE9CC}"/>
              </a:ext>
            </a:extLst>
          </p:cNvPr>
          <p:cNvSpPr>
            <a:spLocks noGrp="1"/>
          </p:cNvSpPr>
          <p:nvPr>
            <p:ph type="title"/>
          </p:nvPr>
        </p:nvSpPr>
        <p:spPr/>
        <p:txBody>
          <a:bodyPr/>
          <a:lstStyle/>
          <a:p>
            <a:r>
              <a:rPr lang="en-GB" dirty="0"/>
              <a:t>Density in diffusion space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E8F05F-C329-A5CB-577E-1019F5C036FC}"/>
                  </a:ext>
                </a:extLst>
              </p:cNvPr>
              <p:cNvSpPr>
                <a:spLocks noGrp="1"/>
              </p:cNvSpPr>
              <p:nvPr>
                <p:ph idx="1"/>
              </p:nvPr>
            </p:nvSpPr>
            <p:spPr/>
            <p:txBody>
              <a:bodyPr/>
              <a:lstStyle/>
              <a:p>
                <a:r>
                  <a:rPr lang="en-GB" dirty="0"/>
                  <a:t>We use the graph degree density to find a density estimate of diffusion coordinates </a:t>
                </a:r>
              </a:p>
              <a:p>
                <a:pPr marL="0" indent="0" algn="ctr">
                  <a:buNone/>
                </a:pPr>
                <a14:m>
                  <m:oMath xmlns:m="http://schemas.openxmlformats.org/officeDocument/2006/math">
                    <m:sSub>
                      <m:sSubPr>
                        <m:ctrlPr>
                          <a:rPr lang="en-GB" i="1" smtClean="0">
                            <a:latin typeface="Cambria Math" panose="02040503050406030204" pitchFamily="18" charset="0"/>
                          </a:rPr>
                        </m:ctrlPr>
                      </m:sSubPr>
                      <m:e>
                        <m:acc>
                          <m:accPr>
                            <m:chr m:val="ˆ"/>
                            <m:ctrlPr>
                              <a:rPr lang="en-GB" i="1">
                                <a:latin typeface="Cambria Math" panose="02040503050406030204" pitchFamily="18" charset="0"/>
                              </a:rPr>
                            </m:ctrlPr>
                          </m:accPr>
                          <m:e>
                            <m:r>
                              <a:rPr lang="en-GB" i="1">
                                <a:latin typeface="Cambria Math" panose="02040503050406030204" pitchFamily="18" charset="0"/>
                              </a:rPr>
                              <m:t>𝜌</m:t>
                            </m:r>
                          </m:e>
                        </m:acc>
                      </m:e>
                      <m:sub>
                        <m:r>
                          <a:rPr lang="en-GB" i="1">
                            <a:latin typeface="Cambria Math" panose="02040503050406030204" pitchFamily="18" charset="0"/>
                          </a:rPr>
                          <m:t>𝑖</m:t>
                        </m:r>
                      </m:sub>
                    </m:sSub>
                    <m:r>
                      <a:rPr lang="en-GB" i="1">
                        <a:latin typeface="Cambria Math" panose="02040503050406030204" pitchFamily="18" charset="0"/>
                      </a:rPr>
                      <m:t>=</m:t>
                    </m:r>
                    <m:nary>
                      <m:naryPr>
                        <m:chr m:val="∑"/>
                        <m:limLoc m:val="undOvr"/>
                        <m:ctrlPr>
                          <a:rPr lang="en-GB" i="1">
                            <a:latin typeface="Cambria Math" panose="02040503050406030204" pitchFamily="18" charset="0"/>
                          </a:rPr>
                        </m:ctrlPr>
                      </m:naryPr>
                      <m:sub>
                        <m:r>
                          <a:rPr lang="en-GB" i="1">
                            <a:latin typeface="Cambria Math" panose="02040503050406030204" pitchFamily="18" charset="0"/>
                          </a:rPr>
                          <m:t>𝑗</m:t>
                        </m:r>
                        <m:r>
                          <a:rPr lang="en-GB" i="1">
                            <a:latin typeface="Cambria Math" panose="02040503050406030204" pitchFamily="18" charset="0"/>
                          </a:rPr>
                          <m:t>=1</m:t>
                        </m:r>
                      </m:sub>
                      <m:sup>
                        <m:r>
                          <a:rPr lang="en-GB" i="1">
                            <a:latin typeface="Cambria Math" panose="02040503050406030204" pitchFamily="18" charset="0"/>
                          </a:rPr>
                          <m:t>𝑁</m:t>
                        </m:r>
                      </m:sup>
                      <m:e>
                        <m:func>
                          <m:funcPr>
                            <m:ctrlPr>
                              <a:rPr lang="en-GB" i="1">
                                <a:latin typeface="Cambria Math" panose="02040503050406030204" pitchFamily="18" charset="0"/>
                              </a:rPr>
                            </m:ctrlPr>
                          </m:funcPr>
                          <m:fName>
                            <m:r>
                              <m:rPr>
                                <m:sty m:val="p"/>
                              </m:rPr>
                              <a:rPr lang="en-GB" i="1">
                                <a:latin typeface="Cambria Math" panose="02040503050406030204" pitchFamily="18" charset="0"/>
                              </a:rPr>
                              <m:t>exp</m:t>
                            </m:r>
                          </m:fName>
                          <m:e>
                            <m:d>
                              <m:dPr>
                                <m:ctrlPr>
                                  <a:rPr lang="en-GB" i="1">
                                    <a:latin typeface="Cambria Math" panose="02040503050406030204" pitchFamily="18" charset="0"/>
                                  </a:rPr>
                                </m:ctrlPr>
                              </m:dPr>
                              <m:e>
                                <m:f>
                                  <m:fPr>
                                    <m:ctrlPr>
                                      <a:rPr lang="en-GB" i="1">
                                        <a:latin typeface="Cambria Math" panose="02040503050406030204" pitchFamily="18" charset="0"/>
                                      </a:rPr>
                                    </m:ctrlPr>
                                  </m:fPr>
                                  <m:num>
                                    <m:sSup>
                                      <m:sSupPr>
                                        <m:ctrlPr>
                                          <a:rPr lang="en-GB" i="1">
                                            <a:latin typeface="Cambria Math" panose="02040503050406030204" pitchFamily="18" charset="0"/>
                                          </a:rPr>
                                        </m:ctrlPr>
                                      </m:sSupPr>
                                      <m:e>
                                        <m:d>
                                          <m:dPr>
                                            <m:begChr m:val="‖"/>
                                            <m:endChr m:val="‖"/>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𝑗</m:t>
                                                </m:r>
                                              </m:sub>
                                            </m:sSub>
                                          </m:e>
                                        </m:d>
                                      </m:e>
                                      <m:sup>
                                        <m:r>
                                          <a:rPr lang="en-GB" i="1">
                                            <a:latin typeface="Cambria Math" panose="02040503050406030204" pitchFamily="18" charset="0"/>
                                          </a:rPr>
                                          <m:t>2</m:t>
                                        </m:r>
                                      </m:sup>
                                    </m:sSup>
                                  </m:num>
                                  <m:den>
                                    <m:r>
                                      <a:rPr lang="en-GB" i="1">
                                        <a:latin typeface="Cambria Math" panose="02040503050406030204" pitchFamily="18" charset="0"/>
                                      </a:rPr>
                                      <m:t>h</m:t>
                                    </m:r>
                                  </m:den>
                                </m:f>
                              </m:e>
                            </m:d>
                          </m:e>
                        </m:func>
                      </m:e>
                    </m:nary>
                  </m:oMath>
                </a14:m>
                <a:r>
                  <a:rPr lang="en-GB" dirty="0"/>
                  <a:t>,</a:t>
                </a:r>
              </a:p>
              <a:p>
                <a:pPr marL="0" indent="0">
                  <a:buNone/>
                </a:pPr>
                <a:r>
                  <a:rPr lang="en-GB" dirty="0"/>
                  <a:t>where </a:t>
                </a:r>
                <a14:m>
                  <m:oMath xmlns:m="http://schemas.openxmlformats.org/officeDocument/2006/math">
                    <m:r>
                      <a:rPr lang="en-GB" b="0" i="1" smtClean="0">
                        <a:latin typeface="Cambria Math" panose="02040503050406030204" pitchFamily="18" charset="0"/>
                      </a:rPr>
                      <m:t>h</m:t>
                    </m:r>
                  </m:oMath>
                </a14:m>
                <a:r>
                  <a:rPr lang="en-GB" b="0" dirty="0"/>
                  <a:t> is a chosen bandwidth term</a:t>
                </a:r>
              </a:p>
              <a:p>
                <a:r>
                  <a:rPr lang="en-GB" dirty="0"/>
                  <a:t>We also define a density penalty as </a:t>
                </a:r>
              </a:p>
              <a:p>
                <a:pPr marL="0" indent="0" algn="ctr">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𝑉</m:t>
                          </m:r>
                        </m:e>
                        <m:sub>
                          <m:r>
                            <a:rPr lang="en-GB" b="0" i="1" smtClean="0">
                              <a:latin typeface="Cambria Math" panose="02040503050406030204" pitchFamily="18" charset="0"/>
                            </a:rPr>
                            <m:t>𝑖</m:t>
                          </m:r>
                        </m:sub>
                      </m:sSub>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1" smtClean="0">
                              <a:latin typeface="Cambria Math" panose="02040503050406030204" pitchFamily="18" charset="0"/>
                            </a:rPr>
                            <m:t>log</m:t>
                          </m:r>
                        </m:fName>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acc>
                                    <m:accPr>
                                      <m:chr m:val="ˆ"/>
                                      <m:ctrlPr>
                                        <a:rPr lang="en-GB" b="0" i="1" smtClean="0">
                                          <a:latin typeface="Cambria Math" panose="02040503050406030204" pitchFamily="18" charset="0"/>
                                        </a:rPr>
                                      </m:ctrlPr>
                                    </m:accPr>
                                    <m:e>
                                      <m:r>
                                        <a:rPr lang="en-GB" b="0" i="1" smtClean="0">
                                          <a:latin typeface="Cambria Math" panose="02040503050406030204" pitchFamily="18" charset="0"/>
                                        </a:rPr>
                                        <m:t>𝜌</m:t>
                                      </m:r>
                                    </m:e>
                                  </m:acc>
                                </m:e>
                                <m:sub>
                                  <m:r>
                                    <a:rPr lang="en-GB" b="0" i="1" smtClean="0">
                                      <a:latin typeface="Cambria Math" panose="02040503050406030204" pitchFamily="18" charset="0"/>
                                    </a:rPr>
                                    <m:t>𝑖</m:t>
                                  </m:r>
                                </m:sub>
                              </m:sSub>
                            </m:e>
                          </m:d>
                        </m:e>
                      </m:func>
                    </m:oMath>
                  </m:oMathPara>
                </a14:m>
                <a:endParaRPr lang="en-GB" b="0" dirty="0"/>
              </a:p>
              <a:p>
                <a:pPr marL="0" indent="0" algn="ctr">
                  <a:buNone/>
                </a:pPr>
                <a:endParaRPr lang="en-GB" b="0" dirty="0"/>
              </a:p>
            </p:txBody>
          </p:sp>
        </mc:Choice>
        <mc:Fallback>
          <p:sp>
            <p:nvSpPr>
              <p:cNvPr id="3" name="Content Placeholder 2">
                <a:extLst>
                  <a:ext uri="{FF2B5EF4-FFF2-40B4-BE49-F238E27FC236}">
                    <a16:creationId xmlns:a16="http://schemas.microsoft.com/office/drawing/2014/main" id="{82E8F05F-C329-A5CB-577E-1019F5C036F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391232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B180-F5EC-A3EA-C88A-AF5A551EB167}"/>
              </a:ext>
            </a:extLst>
          </p:cNvPr>
          <p:cNvSpPr>
            <a:spLocks noGrp="1"/>
          </p:cNvSpPr>
          <p:nvPr>
            <p:ph type="title"/>
          </p:nvPr>
        </p:nvSpPr>
        <p:spPr/>
        <p:txBody>
          <a:bodyPr/>
          <a:lstStyle/>
          <a:p>
            <a:r>
              <a:rPr lang="en-GB" dirty="0"/>
              <a:t>Is there a link between density and plausibility</a:t>
            </a:r>
          </a:p>
        </p:txBody>
      </p:sp>
      <p:sp>
        <p:nvSpPr>
          <p:cNvPr id="3" name="Content Placeholder 2">
            <a:extLst>
              <a:ext uri="{FF2B5EF4-FFF2-40B4-BE49-F238E27FC236}">
                <a16:creationId xmlns:a16="http://schemas.microsoft.com/office/drawing/2014/main" id="{E9B5BE50-FEA9-7E40-19AA-2AEC544FA6EC}"/>
              </a:ext>
            </a:extLst>
          </p:cNvPr>
          <p:cNvSpPr>
            <a:spLocks noGrp="1"/>
          </p:cNvSpPr>
          <p:nvPr>
            <p:ph idx="1"/>
          </p:nvPr>
        </p:nvSpPr>
        <p:spPr/>
        <p:txBody>
          <a:bodyPr>
            <a:normAutofit lnSpcReduction="10000"/>
          </a:bodyPr>
          <a:lstStyle/>
          <a:p>
            <a:r>
              <a:rPr lang="en-GB" dirty="0"/>
              <a:t>In this project, we imply a link between diffusion coordinate density and macroeconomic plausibility. We intent to provide evidence for this</a:t>
            </a:r>
          </a:p>
          <a:p>
            <a:endParaRPr lang="en-GB" dirty="0"/>
          </a:p>
          <a:p>
            <a:r>
              <a:rPr lang="en-GB" dirty="0"/>
              <a:t>Figure: plot of density penalty vs time with NBER points highlighted</a:t>
            </a:r>
          </a:p>
          <a:p>
            <a:r>
              <a:rPr lang="en-GB" dirty="0"/>
              <a:t>Figure: plot of high penalty points not in NBER and explanation of a few</a:t>
            </a:r>
          </a:p>
          <a:p>
            <a:r>
              <a:rPr lang="en-GB" dirty="0"/>
              <a:t>* Investigate whether we can explain why any month is an outlier, even if not low-density</a:t>
            </a:r>
          </a:p>
        </p:txBody>
      </p:sp>
    </p:spTree>
    <p:extLst>
      <p:ext uri="{BB962C8B-B14F-4D97-AF65-F5344CB8AC3E}">
        <p14:creationId xmlns:p14="http://schemas.microsoft.com/office/powerpoint/2010/main" val="23517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20B29-E380-4EEC-9A96-64F636EB861F}"/>
              </a:ext>
            </a:extLst>
          </p:cNvPr>
          <p:cNvSpPr>
            <a:spLocks noGrp="1"/>
          </p:cNvSpPr>
          <p:nvPr>
            <p:ph type="title"/>
          </p:nvPr>
        </p:nvSpPr>
        <p:spPr/>
        <p:txBody>
          <a:bodyPr/>
          <a:lstStyle/>
          <a:p>
            <a:r>
              <a:rPr lang="en-GB" dirty="0"/>
              <a:t>Density and closeness in macro space</a:t>
            </a:r>
          </a:p>
        </p:txBody>
      </p:sp>
      <p:sp>
        <p:nvSpPr>
          <p:cNvPr id="3" name="Content Placeholder 2">
            <a:extLst>
              <a:ext uri="{FF2B5EF4-FFF2-40B4-BE49-F238E27FC236}">
                <a16:creationId xmlns:a16="http://schemas.microsoft.com/office/drawing/2014/main" id="{206BCBDF-49EA-1F58-C01F-3024C437ECCB}"/>
              </a:ext>
            </a:extLst>
          </p:cNvPr>
          <p:cNvSpPr>
            <a:spLocks noGrp="1"/>
          </p:cNvSpPr>
          <p:nvPr>
            <p:ph idx="1"/>
          </p:nvPr>
        </p:nvSpPr>
        <p:spPr/>
        <p:txBody>
          <a:bodyPr/>
          <a:lstStyle/>
          <a:p>
            <a:r>
              <a:rPr lang="en-GB" dirty="0"/>
              <a:t>Figure: density vs distance macro space</a:t>
            </a:r>
          </a:p>
          <a:p>
            <a:r>
              <a:rPr lang="en-GB" dirty="0"/>
              <a:t>Found a -0.48 correlation (Spearman – 0.47 distance correlation), so higher-density points correspond to macroeconomic points which are closer to other points.</a:t>
            </a:r>
          </a:p>
          <a:p>
            <a:r>
              <a:rPr lang="en-GB" dirty="0"/>
              <a:t>This implies that density correlates with historical support; it doesn’t necessarily say that it correlates with plausibility or probability.</a:t>
            </a:r>
          </a:p>
        </p:txBody>
      </p:sp>
    </p:spTree>
    <p:extLst>
      <p:ext uri="{BB962C8B-B14F-4D97-AF65-F5344CB8AC3E}">
        <p14:creationId xmlns:p14="http://schemas.microsoft.com/office/powerpoint/2010/main" val="3275756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5012C-6D74-75F7-DD43-C9C5C0540B76}"/>
              </a:ext>
            </a:extLst>
          </p:cNvPr>
          <p:cNvSpPr>
            <a:spLocks noGrp="1"/>
          </p:cNvSpPr>
          <p:nvPr>
            <p:ph type="title"/>
          </p:nvPr>
        </p:nvSpPr>
        <p:spPr/>
        <p:txBody>
          <a:bodyPr/>
          <a:lstStyle/>
          <a:p>
            <a:r>
              <a:rPr lang="en-GB" dirty="0"/>
              <a:t>Density-aware stress paths</a:t>
            </a:r>
          </a:p>
        </p:txBody>
      </p:sp>
      <p:sp>
        <p:nvSpPr>
          <p:cNvPr id="3" name="Content Placeholder 2">
            <a:extLst>
              <a:ext uri="{FF2B5EF4-FFF2-40B4-BE49-F238E27FC236}">
                <a16:creationId xmlns:a16="http://schemas.microsoft.com/office/drawing/2014/main" id="{E2AC1BD9-7F4C-510D-AAD5-809F3102CBFE}"/>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3219825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5C429-B587-A97B-694C-40B15778926B}"/>
              </a:ext>
            </a:extLst>
          </p:cNvPr>
          <p:cNvSpPr>
            <a:spLocks noGrp="1"/>
          </p:cNvSpPr>
          <p:nvPr>
            <p:ph type="title"/>
          </p:nvPr>
        </p:nvSpPr>
        <p:spPr/>
        <p:txBody>
          <a:bodyPr/>
          <a:lstStyle/>
          <a:p>
            <a:r>
              <a:rPr lang="en-GB" dirty="0"/>
              <a:t>Usual shortest path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F8CD4F1-0A2F-0919-99F5-36E0E7372F00}"/>
                  </a:ext>
                </a:extLst>
              </p:cNvPr>
              <p:cNvSpPr>
                <a:spLocks noGrp="1"/>
              </p:cNvSpPr>
              <p:nvPr>
                <p:ph idx="1"/>
              </p:nvPr>
            </p:nvSpPr>
            <p:spPr/>
            <p:txBody>
              <a:bodyPr/>
              <a:lstStyle/>
              <a:p>
                <a:r>
                  <a:rPr lang="en-GB" dirty="0"/>
                  <a:t>We construct a </a:t>
                </a:r>
                <a:r>
                  <a:rPr lang="en-GB" dirty="0" err="1"/>
                  <a:t>kNN</a:t>
                </a:r>
                <a:r>
                  <a:rPr lang="en-GB" dirty="0"/>
                  <a:t> graph on the diffusion coordinates and we generate paths between nodes using the XXX algorithm to find the shortest path</a:t>
                </a:r>
              </a:p>
              <a:p>
                <a:r>
                  <a:rPr lang="en-GB" dirty="0"/>
                  <a:t>Usual path cost is </a:t>
                </a:r>
              </a:p>
              <a:p>
                <a:pPr marL="0" indent="0" algn="ctr">
                  <a:buNone/>
                </a:pPr>
                <a14:m>
                  <m:oMathPara xmlns:m="http://schemas.openxmlformats.org/officeDocument/2006/math">
                    <m:oMathParaPr>
                      <m:jc m:val="centerGroup"/>
                    </m:oMathParaPr>
                    <m:oMath xmlns:m="http://schemas.openxmlformats.org/officeDocument/2006/math">
                      <m:sSub>
                        <m:sSubPr>
                          <m:ctrlPr>
                            <a:rPr lang="pl-PL" i="1" smtClean="0">
                              <a:latin typeface="Cambria Math" panose="02040503050406030204" pitchFamily="18" charset="0"/>
                            </a:rPr>
                          </m:ctrlPr>
                        </m:sSubPr>
                        <m:e>
                          <m:r>
                            <a:rPr lang="pl-PL" i="1">
                              <a:latin typeface="Cambria Math" panose="02040503050406030204" pitchFamily="18" charset="0"/>
                            </a:rPr>
                            <m:t>𝑤</m:t>
                          </m:r>
                        </m:e>
                        <m:sub>
                          <m:r>
                            <a:rPr lang="pl-PL" i="1">
                              <a:latin typeface="Cambria Math" panose="02040503050406030204" pitchFamily="18" charset="0"/>
                            </a:rPr>
                            <m:t>𝑖𝑗</m:t>
                          </m:r>
                        </m:sub>
                      </m:sSub>
                      <m:r>
                        <a:rPr lang="pl-PL" i="1">
                          <a:latin typeface="Cambria Math" panose="02040503050406030204" pitchFamily="18" charset="0"/>
                        </a:rPr>
                        <m:t>=</m:t>
                      </m:r>
                      <m:d>
                        <m:dPr>
                          <m:begChr m:val="‖"/>
                          <m:endChr m:val="‖"/>
                          <m:ctrlPr>
                            <a:rPr lang="pl-PL" i="1">
                              <a:latin typeface="Cambria Math" panose="02040503050406030204" pitchFamily="18" charset="0"/>
                            </a:rPr>
                          </m:ctrlPr>
                        </m:dPr>
                        <m:e>
                          <m:sSub>
                            <m:sSubPr>
                              <m:ctrlPr>
                                <a:rPr lang="pl-PL" i="1">
                                  <a:latin typeface="Cambria Math" panose="02040503050406030204" pitchFamily="18" charset="0"/>
                                </a:rPr>
                              </m:ctrlPr>
                            </m:sSubPr>
                            <m:e>
                              <m:r>
                                <a:rPr lang="pl-PL" i="1">
                                  <a:latin typeface="Cambria Math" panose="02040503050406030204" pitchFamily="18" charset="0"/>
                                </a:rPr>
                                <m:t>𝜓</m:t>
                              </m:r>
                            </m:e>
                            <m:sub>
                              <m:r>
                                <a:rPr lang="pl-PL" i="1">
                                  <a:latin typeface="Cambria Math" panose="02040503050406030204" pitchFamily="18" charset="0"/>
                                </a:rPr>
                                <m:t>𝑖</m:t>
                              </m:r>
                            </m:sub>
                          </m:sSub>
                          <m:r>
                            <a:rPr lang="pl-PL" i="1">
                              <a:latin typeface="Cambria Math" panose="02040503050406030204" pitchFamily="18" charset="0"/>
                            </a:rPr>
                            <m:t>−</m:t>
                          </m:r>
                          <m:sSub>
                            <m:sSubPr>
                              <m:ctrlPr>
                                <a:rPr lang="pl-PL" i="1">
                                  <a:latin typeface="Cambria Math" panose="02040503050406030204" pitchFamily="18" charset="0"/>
                                </a:rPr>
                              </m:ctrlPr>
                            </m:sSubPr>
                            <m:e>
                              <m:r>
                                <a:rPr lang="pl-PL" i="1">
                                  <a:latin typeface="Cambria Math" panose="02040503050406030204" pitchFamily="18" charset="0"/>
                                </a:rPr>
                                <m:t>𝜓</m:t>
                              </m:r>
                            </m:e>
                            <m:sub>
                              <m:r>
                                <a:rPr lang="pl-PL" i="1">
                                  <a:latin typeface="Cambria Math" panose="02040503050406030204" pitchFamily="18" charset="0"/>
                                </a:rPr>
                                <m:t>𝑗</m:t>
                              </m:r>
                            </m:sub>
                          </m:sSub>
                        </m:e>
                      </m:d>
                    </m:oMath>
                  </m:oMathPara>
                </a14:m>
                <a:endParaRPr lang="en-GB" dirty="0"/>
              </a:p>
              <a:p>
                <a:r>
                  <a:rPr lang="en-GB" dirty="0"/>
                  <a:t>What if we want to avoid low-density regions and instead travel through more historically-supported, high-density regions</a:t>
                </a:r>
              </a:p>
            </p:txBody>
          </p:sp>
        </mc:Choice>
        <mc:Fallback>
          <p:sp>
            <p:nvSpPr>
              <p:cNvPr id="3" name="Content Placeholder 2">
                <a:extLst>
                  <a:ext uri="{FF2B5EF4-FFF2-40B4-BE49-F238E27FC236}">
                    <a16:creationId xmlns:a16="http://schemas.microsoft.com/office/drawing/2014/main" id="{2F8CD4F1-0A2F-0919-99F5-36E0E7372F00}"/>
                  </a:ext>
                </a:extLst>
              </p:cNvPr>
              <p:cNvSpPr>
                <a:spLocks noGrp="1" noRot="1" noChangeAspect="1" noMove="1" noResize="1" noEditPoints="1" noAdjustHandles="1" noChangeArrowheads="1" noChangeShapeType="1" noTextEdit="1"/>
              </p:cNvSpPr>
              <p:nvPr>
                <p:ph idx="1"/>
              </p:nvPr>
            </p:nvSpPr>
            <p:spPr>
              <a:blipFill>
                <a:blip r:embed="rId2"/>
                <a:stretch>
                  <a:fillRect l="-1043" t="-2381" r="-696"/>
                </a:stretch>
              </a:blipFill>
            </p:spPr>
            <p:txBody>
              <a:bodyPr/>
              <a:lstStyle/>
              <a:p>
                <a:r>
                  <a:rPr lang="en-GB">
                    <a:noFill/>
                  </a:rPr>
                  <a:t> </a:t>
                </a:r>
              </a:p>
            </p:txBody>
          </p:sp>
        </mc:Fallback>
      </mc:AlternateContent>
    </p:spTree>
    <p:extLst>
      <p:ext uri="{BB962C8B-B14F-4D97-AF65-F5344CB8AC3E}">
        <p14:creationId xmlns:p14="http://schemas.microsoft.com/office/powerpoint/2010/main" val="411658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44AA7-9854-FAC2-1894-94A3D4F19AF5}"/>
              </a:ext>
            </a:extLst>
          </p:cNvPr>
          <p:cNvSpPr>
            <a:spLocks noGrp="1"/>
          </p:cNvSpPr>
          <p:nvPr>
            <p:ph type="title"/>
          </p:nvPr>
        </p:nvSpPr>
        <p:spPr/>
        <p:txBody>
          <a:bodyPr/>
          <a:lstStyle/>
          <a:p>
            <a:r>
              <a:rPr lang="en-GB" dirty="0"/>
              <a:t>Density-aware graph cost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270E2F-09BC-AF2B-4DFE-F84209287225}"/>
                  </a:ext>
                </a:extLst>
              </p:cNvPr>
              <p:cNvSpPr>
                <a:spLocks noGrp="1"/>
              </p:cNvSpPr>
              <p:nvPr>
                <p:ph idx="1"/>
              </p:nvPr>
            </p:nvSpPr>
            <p:spPr/>
            <p:txBody>
              <a:bodyPr/>
              <a:lstStyle/>
              <a:p>
                <a:r>
                  <a:rPr lang="en-GB" dirty="0"/>
                  <a:t>We define a new graph edge cost as</a:t>
                </a:r>
              </a:p>
              <a:p>
                <a:pPr marL="0" indent="0" algn="ctr">
                  <a:buNone/>
                </a:pPr>
                <a14:m>
                  <m:oMath xmlns:m="http://schemas.openxmlformats.org/officeDocument/2006/math">
                    <m:sSubSup>
                      <m:sSubSupPr>
                        <m:ctrlPr>
                          <a:rPr lang="en-GB" i="1" smtClean="0">
                            <a:latin typeface="Cambria Math" panose="02040503050406030204" pitchFamily="18" charset="0"/>
                          </a:rPr>
                        </m:ctrlPr>
                      </m:sSubSupPr>
                      <m:e>
                        <m:r>
                          <a:rPr lang="en-GB" i="1">
                            <a:latin typeface="Cambria Math" panose="02040503050406030204" pitchFamily="18" charset="0"/>
                          </a:rPr>
                          <m:t>𝑤</m:t>
                        </m:r>
                      </m:e>
                      <m:sub>
                        <m:r>
                          <a:rPr lang="en-GB" i="1">
                            <a:latin typeface="Cambria Math" panose="02040503050406030204" pitchFamily="18" charset="0"/>
                          </a:rPr>
                          <m:t>𝑖𝑗</m:t>
                        </m:r>
                      </m:sub>
                      <m:sup>
                        <m:d>
                          <m:dPr>
                            <m:ctrlPr>
                              <a:rPr lang="en-GB" i="1">
                                <a:latin typeface="Cambria Math" panose="02040503050406030204" pitchFamily="18" charset="0"/>
                              </a:rPr>
                            </m:ctrlPr>
                          </m:dPr>
                          <m:e>
                            <m:r>
                              <a:rPr lang="en-GB" i="1">
                                <a:latin typeface="Cambria Math" panose="02040503050406030204" pitchFamily="18" charset="0"/>
                              </a:rPr>
                              <m:t>𝛽</m:t>
                            </m:r>
                          </m:e>
                        </m:d>
                      </m:sup>
                    </m:sSubSup>
                    <m:r>
                      <a:rPr lang="en-GB" i="1">
                        <a:latin typeface="Cambria Math" panose="02040503050406030204" pitchFamily="18" charset="0"/>
                      </a:rPr>
                      <m:t>=</m:t>
                    </m:r>
                    <m:d>
                      <m:dPr>
                        <m:begChr m:val="‖"/>
                        <m:endChr m:val="‖"/>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𝑗</m:t>
                            </m:r>
                          </m:sub>
                        </m:sSub>
                      </m:e>
                    </m:d>
                    <m:func>
                      <m:funcPr>
                        <m:ctrlPr>
                          <a:rPr lang="en-GB" i="1">
                            <a:latin typeface="Cambria Math" panose="02040503050406030204" pitchFamily="18" charset="0"/>
                          </a:rPr>
                        </m:ctrlPr>
                      </m:funcPr>
                      <m:fName>
                        <m:r>
                          <m:rPr>
                            <m:sty m:val="p"/>
                          </m:rPr>
                          <a:rPr lang="en-GB" i="1">
                            <a:latin typeface="Cambria Math" panose="02040503050406030204" pitchFamily="18" charset="0"/>
                          </a:rPr>
                          <m:t>exp</m:t>
                        </m:r>
                      </m:fName>
                      <m:e>
                        <m:d>
                          <m:dPr>
                            <m:ctrlPr>
                              <a:rPr lang="en-GB" i="1">
                                <a:latin typeface="Cambria Math" panose="02040503050406030204" pitchFamily="18" charset="0"/>
                              </a:rPr>
                            </m:ctrlPr>
                          </m:dPr>
                          <m:e>
                            <m:r>
                              <a:rPr lang="en-GB" i="1">
                                <a:latin typeface="Cambria Math" panose="02040503050406030204" pitchFamily="18" charset="0"/>
                              </a:rPr>
                              <m:t>𝛽</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𝑉</m:t>
                                    </m:r>
                                  </m:e>
                                  <m:sub>
                                    <m:r>
                                      <a:rPr lang="en-GB" i="1">
                                        <a:latin typeface="Cambria Math" panose="02040503050406030204" pitchFamily="18" charset="0"/>
                                      </a:rPr>
                                      <m:t>𝑗</m:t>
                                    </m:r>
                                  </m:sub>
                                </m:sSub>
                              </m:num>
                              <m:den>
                                <m:r>
                                  <a:rPr lang="en-GB" i="1">
                                    <a:latin typeface="Cambria Math" panose="02040503050406030204" pitchFamily="18" charset="0"/>
                                  </a:rPr>
                                  <m:t>2</m:t>
                                </m:r>
                              </m:den>
                            </m:f>
                          </m:e>
                        </m:d>
                      </m:e>
                    </m:func>
                  </m:oMath>
                </a14:m>
                <a:r>
                  <a:rPr lang="en-GB" dirty="0"/>
                  <a:t>,</a:t>
                </a:r>
              </a:p>
              <a:p>
                <a:pPr marL="0" indent="0">
                  <a:buNone/>
                </a:pPr>
                <a:r>
                  <a:rPr lang="en-GB" dirty="0"/>
                  <a:t>where the </a:t>
                </a:r>
                <a14:m>
                  <m:oMath xmlns:m="http://schemas.openxmlformats.org/officeDocument/2006/math">
                    <m:r>
                      <a:rPr lang="en-GB" b="0" i="1" smtClean="0">
                        <a:latin typeface="Cambria Math" panose="02040503050406030204" pitchFamily="18" charset="0"/>
                      </a:rPr>
                      <m:t>𝛽</m:t>
                    </m:r>
                  </m:oMath>
                </a14:m>
                <a:r>
                  <a:rPr lang="en-GB" dirty="0"/>
                  <a:t> term controls the strength of low-density avoidance.</a:t>
                </a:r>
              </a:p>
              <a:p>
                <a14:m>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=0</m:t>
                    </m:r>
                  </m:oMath>
                </a14:m>
                <a:r>
                  <a:rPr lang="en-GB" dirty="0"/>
                  <a:t> corresponds to the standard graph path</a:t>
                </a:r>
              </a:p>
              <a:p>
                <a:r>
                  <a:rPr lang="en-GB" dirty="0"/>
                  <a:t>High </a:t>
                </a:r>
                <a14:m>
                  <m:oMath xmlns:m="http://schemas.openxmlformats.org/officeDocument/2006/math">
                    <m:r>
                      <a:rPr lang="en-GB" b="0" i="1" smtClean="0">
                        <a:latin typeface="Cambria Math" panose="02040503050406030204" pitchFamily="18" charset="0"/>
                      </a:rPr>
                      <m:t>𝛽</m:t>
                    </m:r>
                  </m:oMath>
                </a14:m>
                <a:r>
                  <a:rPr lang="en-GB" b="0" dirty="0"/>
                  <a:t> corresponds to large penalties for passing through low density regions</a:t>
                </a:r>
              </a:p>
              <a:p>
                <a:endParaRPr lang="en-GB" dirty="0"/>
              </a:p>
              <a:p>
                <a:pPr marL="0" indent="0" algn="ctr">
                  <a:buNone/>
                </a:pPr>
                <a:endParaRPr lang="en-GB" dirty="0"/>
              </a:p>
            </p:txBody>
          </p:sp>
        </mc:Choice>
        <mc:Fallback>
          <p:sp>
            <p:nvSpPr>
              <p:cNvPr id="3" name="Content Placeholder 2">
                <a:extLst>
                  <a:ext uri="{FF2B5EF4-FFF2-40B4-BE49-F238E27FC236}">
                    <a16:creationId xmlns:a16="http://schemas.microsoft.com/office/drawing/2014/main" id="{5F270E2F-09BC-AF2B-4DFE-F84209287225}"/>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3320852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AA1F7-A2E8-BDA9-C174-23585B9B8218}"/>
              </a:ext>
            </a:extLst>
          </p:cNvPr>
          <p:cNvSpPr>
            <a:spLocks noGrp="1"/>
          </p:cNvSpPr>
          <p:nvPr>
            <p:ph type="title"/>
          </p:nvPr>
        </p:nvSpPr>
        <p:spPr/>
        <p:txBody>
          <a:bodyPr/>
          <a:lstStyle/>
          <a:p>
            <a:r>
              <a:rPr lang="en-GB" dirty="0"/>
              <a:t>Density results</a:t>
            </a:r>
          </a:p>
        </p:txBody>
      </p:sp>
      <p:sp>
        <p:nvSpPr>
          <p:cNvPr id="3" name="Content Placeholder 2">
            <a:extLst>
              <a:ext uri="{FF2B5EF4-FFF2-40B4-BE49-F238E27FC236}">
                <a16:creationId xmlns:a16="http://schemas.microsoft.com/office/drawing/2014/main" id="{44C2CAD3-DB23-C2FB-C115-F2C67AE7753F}"/>
              </a:ext>
            </a:extLst>
          </p:cNvPr>
          <p:cNvSpPr>
            <a:spLocks noGrp="1"/>
          </p:cNvSpPr>
          <p:nvPr>
            <p:ph idx="1"/>
          </p:nvPr>
        </p:nvSpPr>
        <p:spPr/>
        <p:txBody>
          <a:bodyPr/>
          <a:lstStyle/>
          <a:p>
            <a:r>
              <a:rPr lang="en-GB" dirty="0"/>
              <a:t>Increasing beta reduces the minimum density along graph paths</a:t>
            </a:r>
          </a:p>
          <a:p>
            <a:r>
              <a:rPr lang="en-GB" dirty="0"/>
              <a:t>Using density-aware graph paths always improves minimum density versus linear paths through diffusion space. (Justify use of linear path through diffusion space)</a:t>
            </a:r>
          </a:p>
          <a:p>
            <a:r>
              <a:rPr lang="en-GB" dirty="0"/>
              <a:t>There is a trade-off between path length and minimum density – possibly not even a trade-off, but perhaps something to note because it’s very intuitive</a:t>
            </a:r>
          </a:p>
        </p:txBody>
      </p:sp>
    </p:spTree>
    <p:extLst>
      <p:ext uri="{BB962C8B-B14F-4D97-AF65-F5344CB8AC3E}">
        <p14:creationId xmlns:p14="http://schemas.microsoft.com/office/powerpoint/2010/main" val="1413150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A19E3-F5DC-5A97-DA49-42765991E0D5}"/>
              </a:ext>
            </a:extLst>
          </p:cNvPr>
          <p:cNvSpPr>
            <a:spLocks noGrp="1"/>
          </p:cNvSpPr>
          <p:nvPr>
            <p:ph type="title"/>
          </p:nvPr>
        </p:nvSpPr>
        <p:spPr/>
        <p:txBody>
          <a:bodyPr/>
          <a:lstStyle/>
          <a:p>
            <a:r>
              <a:rPr lang="en-GB" dirty="0"/>
              <a:t>Path visualisation</a:t>
            </a:r>
          </a:p>
        </p:txBody>
      </p:sp>
      <p:sp>
        <p:nvSpPr>
          <p:cNvPr id="3" name="Content Placeholder 2">
            <a:extLst>
              <a:ext uri="{FF2B5EF4-FFF2-40B4-BE49-F238E27FC236}">
                <a16:creationId xmlns:a16="http://schemas.microsoft.com/office/drawing/2014/main" id="{602F3AD0-ADEB-4E60-63A2-BE50317BEEFA}"/>
              </a:ext>
            </a:extLst>
          </p:cNvPr>
          <p:cNvSpPr>
            <a:spLocks noGrp="1"/>
          </p:cNvSpPr>
          <p:nvPr>
            <p:ph idx="1"/>
          </p:nvPr>
        </p:nvSpPr>
        <p:spPr/>
        <p:txBody>
          <a:bodyPr/>
          <a:lstStyle/>
          <a:p>
            <a:r>
              <a:rPr lang="en-GB" dirty="0"/>
              <a:t>Plots of different paths through diffusion coordinates</a:t>
            </a:r>
          </a:p>
          <a:p>
            <a:r>
              <a:rPr lang="en-GB" dirty="0"/>
              <a:t>Animations or images…</a:t>
            </a:r>
          </a:p>
        </p:txBody>
      </p:sp>
    </p:spTree>
    <p:extLst>
      <p:ext uri="{BB962C8B-B14F-4D97-AF65-F5344CB8AC3E}">
        <p14:creationId xmlns:p14="http://schemas.microsoft.com/office/powerpoint/2010/main" val="3652538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3CBF-855A-821F-5AC1-72E09ADC9498}"/>
              </a:ext>
            </a:extLst>
          </p:cNvPr>
          <p:cNvSpPr>
            <a:spLocks noGrp="1"/>
          </p:cNvSpPr>
          <p:nvPr>
            <p:ph type="title"/>
          </p:nvPr>
        </p:nvSpPr>
        <p:spPr/>
        <p:txBody>
          <a:bodyPr/>
          <a:lstStyle/>
          <a:p>
            <a:r>
              <a:rPr lang="en-GB" dirty="0"/>
              <a:t>Lifted paths</a:t>
            </a:r>
          </a:p>
        </p:txBody>
      </p:sp>
      <p:sp>
        <p:nvSpPr>
          <p:cNvPr id="3" name="Content Placeholder 2">
            <a:extLst>
              <a:ext uri="{FF2B5EF4-FFF2-40B4-BE49-F238E27FC236}">
                <a16:creationId xmlns:a16="http://schemas.microsoft.com/office/drawing/2014/main" id="{C5CCE43C-E379-C98C-5A0C-79F9A407CF05}"/>
              </a:ext>
            </a:extLst>
          </p:cNvPr>
          <p:cNvSpPr>
            <a:spLocks noGrp="1"/>
          </p:cNvSpPr>
          <p:nvPr>
            <p:ph idx="1"/>
          </p:nvPr>
        </p:nvSpPr>
        <p:spPr/>
        <p:txBody>
          <a:bodyPr/>
          <a:lstStyle/>
          <a:p>
            <a:r>
              <a:rPr lang="en-GB" dirty="0"/>
              <a:t>Explain that we lift the linear paths to macro space by finding a weighted combination of each point on the path’s nearest neighbours.</a:t>
            </a:r>
          </a:p>
          <a:p>
            <a:r>
              <a:rPr lang="en-GB" dirty="0"/>
              <a:t>Graph paths can be lifted by looking at the index – we’ve not explored lifting unobserved graph paths.</a:t>
            </a:r>
          </a:p>
          <a:p>
            <a:r>
              <a:rPr lang="en-GB" dirty="0"/>
              <a:t>Compare paths to PCA paths</a:t>
            </a:r>
          </a:p>
          <a:p>
            <a:endParaRPr lang="en-GB" dirty="0"/>
          </a:p>
        </p:txBody>
      </p:sp>
    </p:spTree>
    <p:extLst>
      <p:ext uri="{BB962C8B-B14F-4D97-AF65-F5344CB8AC3E}">
        <p14:creationId xmlns:p14="http://schemas.microsoft.com/office/powerpoint/2010/main" val="816436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359E-5626-DBB0-1720-05A3D3B6CF11}"/>
              </a:ext>
            </a:extLst>
          </p:cNvPr>
          <p:cNvSpPr>
            <a:spLocks noGrp="1"/>
          </p:cNvSpPr>
          <p:nvPr>
            <p:ph type="title"/>
          </p:nvPr>
        </p:nvSpPr>
        <p:spPr/>
        <p:txBody>
          <a:bodyPr/>
          <a:lstStyle/>
          <a:p>
            <a:r>
              <a:rPr lang="en-GB" dirty="0"/>
              <a:t>Lifted paths plots</a:t>
            </a:r>
          </a:p>
        </p:txBody>
      </p:sp>
      <p:sp>
        <p:nvSpPr>
          <p:cNvPr id="3" name="Content Placeholder 2">
            <a:extLst>
              <a:ext uri="{FF2B5EF4-FFF2-40B4-BE49-F238E27FC236}">
                <a16:creationId xmlns:a16="http://schemas.microsoft.com/office/drawing/2014/main" id="{063DD400-67B7-9401-33A6-E5FE6828730C}"/>
              </a:ext>
            </a:extLst>
          </p:cNvPr>
          <p:cNvSpPr>
            <a:spLocks noGrp="1"/>
          </p:cNvSpPr>
          <p:nvPr>
            <p:ph idx="1"/>
          </p:nvPr>
        </p:nvSpPr>
        <p:spPr/>
        <p:txBody>
          <a:bodyPr/>
          <a:lstStyle/>
          <a:p>
            <a:r>
              <a:rPr lang="en-GB" dirty="0"/>
              <a:t>Show plots of different macroeconomic variables along paths.</a:t>
            </a:r>
          </a:p>
          <a:p>
            <a:r>
              <a:rPr lang="en-GB" dirty="0"/>
              <a:t>Show how linear paths (including PCA) cut through space, while graph paths fluctuate to stay on the manifold</a:t>
            </a:r>
          </a:p>
        </p:txBody>
      </p:sp>
    </p:spTree>
    <p:extLst>
      <p:ext uri="{BB962C8B-B14F-4D97-AF65-F5344CB8AC3E}">
        <p14:creationId xmlns:p14="http://schemas.microsoft.com/office/powerpoint/2010/main" val="4225667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A27F7-27D3-5404-2969-3638F331E0F2}"/>
              </a:ext>
            </a:extLst>
          </p:cNvPr>
          <p:cNvSpPr>
            <a:spLocks noGrp="1"/>
          </p:cNvSpPr>
          <p:nvPr>
            <p:ph type="title"/>
          </p:nvPr>
        </p:nvSpPr>
        <p:spPr/>
        <p:txBody>
          <a:bodyPr/>
          <a:lstStyle/>
          <a:p>
            <a:r>
              <a:rPr lang="en-GB" dirty="0"/>
              <a:t>HMM supporting validation</a:t>
            </a:r>
          </a:p>
        </p:txBody>
      </p:sp>
      <p:sp>
        <p:nvSpPr>
          <p:cNvPr id="3" name="Content Placeholder 2">
            <a:extLst>
              <a:ext uri="{FF2B5EF4-FFF2-40B4-BE49-F238E27FC236}">
                <a16:creationId xmlns:a16="http://schemas.microsoft.com/office/drawing/2014/main" id="{DF45F8C9-99B2-740C-5242-152697F67CF1}"/>
              </a:ext>
            </a:extLst>
          </p:cNvPr>
          <p:cNvSpPr>
            <a:spLocks noGrp="1"/>
          </p:cNvSpPr>
          <p:nvPr>
            <p:ph idx="1"/>
          </p:nvPr>
        </p:nvSpPr>
        <p:spPr/>
        <p:txBody>
          <a:bodyPr/>
          <a:lstStyle/>
          <a:p>
            <a:r>
              <a:rPr lang="en-GB" dirty="0"/>
              <a:t>HMM assumes that the process is driven by unobserved states with Gaussian distributions. Each point in time is assumed to come from one of K distributions; the model estimates these distributions given our embedding coordinates Psi</a:t>
            </a:r>
          </a:p>
          <a:p>
            <a:r>
              <a:rPr lang="en-GB" dirty="0"/>
              <a:t>We can then ask the question: “given different paths between endpoints, how likely is it that they follow this model”</a:t>
            </a:r>
          </a:p>
          <a:p>
            <a:r>
              <a:rPr lang="en-GB" dirty="0"/>
              <a:t>We find that graph paths are more likely than linear paths. This makes sense because the graph paths are made up of diffusion points, which the model has been fitted on. What is the justification for using this if pressed?</a:t>
            </a:r>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5990867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7450D-9006-787E-CE41-39E779C36C57}"/>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627FB597-998B-6D63-FC85-E2440A0F8AA0}"/>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1109031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749BF-1A5C-1CFF-E767-7F8888535670}"/>
              </a:ext>
            </a:extLst>
          </p:cNvPr>
          <p:cNvSpPr>
            <a:spLocks noGrp="1"/>
          </p:cNvSpPr>
          <p:nvPr>
            <p:ph type="title"/>
          </p:nvPr>
        </p:nvSpPr>
        <p:spPr/>
        <p:txBody>
          <a:bodyPr/>
          <a:lstStyle/>
          <a:p>
            <a:r>
              <a:rPr lang="en-GB" dirty="0"/>
              <a:t>Contributions</a:t>
            </a:r>
          </a:p>
        </p:txBody>
      </p:sp>
      <p:sp>
        <p:nvSpPr>
          <p:cNvPr id="3" name="Content Placeholder 2">
            <a:extLst>
              <a:ext uri="{FF2B5EF4-FFF2-40B4-BE49-F238E27FC236}">
                <a16:creationId xmlns:a16="http://schemas.microsoft.com/office/drawing/2014/main" id="{FDF155AD-612F-5828-7315-29A998C2075D}"/>
              </a:ext>
            </a:extLst>
          </p:cNvPr>
          <p:cNvSpPr>
            <a:spLocks noGrp="1"/>
          </p:cNvSpPr>
          <p:nvPr>
            <p:ph idx="1"/>
          </p:nvPr>
        </p:nvSpPr>
        <p:spPr/>
        <p:txBody>
          <a:bodyPr/>
          <a:lstStyle/>
          <a:p>
            <a:r>
              <a:rPr lang="en-GB" dirty="0"/>
              <a:t>Learned nonlinear macroeconomic geometry</a:t>
            </a:r>
          </a:p>
          <a:p>
            <a:r>
              <a:rPr lang="en-GB" dirty="0"/>
              <a:t>Constructed density-aware graph stress paths</a:t>
            </a:r>
          </a:p>
          <a:p>
            <a:r>
              <a:rPr lang="en-GB" dirty="0"/>
              <a:t>Showed paths can avoid historically unsupported regions</a:t>
            </a:r>
          </a:p>
          <a:p>
            <a:r>
              <a:rPr lang="en-GB" dirty="0"/>
              <a:t>Connected path construction to interpretable macro scenarios.</a:t>
            </a:r>
          </a:p>
        </p:txBody>
      </p:sp>
    </p:spTree>
    <p:extLst>
      <p:ext uri="{BB962C8B-B14F-4D97-AF65-F5344CB8AC3E}">
        <p14:creationId xmlns:p14="http://schemas.microsoft.com/office/powerpoint/2010/main" val="384183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FF49F-44CD-605B-52B6-7497336806C3}"/>
              </a:ext>
            </a:extLst>
          </p:cNvPr>
          <p:cNvSpPr>
            <a:spLocks noGrp="1"/>
          </p:cNvSpPr>
          <p:nvPr>
            <p:ph type="title"/>
          </p:nvPr>
        </p:nvSpPr>
        <p:spPr/>
        <p:txBody>
          <a:bodyPr/>
          <a:lstStyle/>
          <a:p>
            <a:r>
              <a:rPr lang="en-GB" dirty="0"/>
              <a:t>Limitations</a:t>
            </a:r>
          </a:p>
        </p:txBody>
      </p:sp>
      <p:sp>
        <p:nvSpPr>
          <p:cNvPr id="3" name="Content Placeholder 2">
            <a:extLst>
              <a:ext uri="{FF2B5EF4-FFF2-40B4-BE49-F238E27FC236}">
                <a16:creationId xmlns:a16="http://schemas.microsoft.com/office/drawing/2014/main" id="{7674C934-DBB6-96CA-7036-2E902D79BA2D}"/>
              </a:ext>
            </a:extLst>
          </p:cNvPr>
          <p:cNvSpPr>
            <a:spLocks noGrp="1"/>
          </p:cNvSpPr>
          <p:nvPr>
            <p:ph idx="1"/>
          </p:nvPr>
        </p:nvSpPr>
        <p:spPr/>
        <p:txBody>
          <a:bodyPr/>
          <a:lstStyle/>
          <a:p>
            <a:r>
              <a:rPr lang="en-GB" dirty="0"/>
              <a:t>Density is historical support, not future probability</a:t>
            </a:r>
          </a:p>
          <a:p>
            <a:r>
              <a:rPr lang="en-GB" dirty="0"/>
              <a:t>Can only generate paths through historical observations</a:t>
            </a:r>
          </a:p>
          <a:p>
            <a:r>
              <a:rPr lang="en-GB" dirty="0"/>
              <a:t>HMM validation remains preliminary.</a:t>
            </a:r>
          </a:p>
        </p:txBody>
      </p:sp>
    </p:spTree>
    <p:extLst>
      <p:ext uri="{BB962C8B-B14F-4D97-AF65-F5344CB8AC3E}">
        <p14:creationId xmlns:p14="http://schemas.microsoft.com/office/powerpoint/2010/main" val="2726090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2F6C7-E2D7-7FC1-59FC-F34B867EF264}"/>
              </a:ext>
            </a:extLst>
          </p:cNvPr>
          <p:cNvSpPr>
            <a:spLocks noGrp="1"/>
          </p:cNvSpPr>
          <p:nvPr>
            <p:ph type="title"/>
          </p:nvPr>
        </p:nvSpPr>
        <p:spPr/>
        <p:txBody>
          <a:bodyPr/>
          <a:lstStyle/>
          <a:p>
            <a:r>
              <a:rPr lang="en-GB" dirty="0"/>
              <a:t>Possible extensions</a:t>
            </a:r>
          </a:p>
        </p:txBody>
      </p:sp>
      <p:sp>
        <p:nvSpPr>
          <p:cNvPr id="3" name="Content Placeholder 2">
            <a:extLst>
              <a:ext uri="{FF2B5EF4-FFF2-40B4-BE49-F238E27FC236}">
                <a16:creationId xmlns:a16="http://schemas.microsoft.com/office/drawing/2014/main" id="{1848FDAD-FCE0-0395-AFB6-8FF72E215AB5}"/>
              </a:ext>
            </a:extLst>
          </p:cNvPr>
          <p:cNvSpPr>
            <a:spLocks noGrp="1"/>
          </p:cNvSpPr>
          <p:nvPr>
            <p:ph idx="1"/>
          </p:nvPr>
        </p:nvSpPr>
        <p:spPr/>
        <p:txBody>
          <a:bodyPr/>
          <a:lstStyle/>
          <a:p>
            <a:r>
              <a:rPr lang="en-GB" dirty="0"/>
              <a:t>Connect paths to portfolio losses or balance-sheet variables</a:t>
            </a:r>
          </a:p>
          <a:p>
            <a:r>
              <a:rPr lang="en-GB" dirty="0"/>
              <a:t>Generate Monte Carlo paths on the learned manifold</a:t>
            </a:r>
          </a:p>
          <a:p>
            <a:r>
              <a:rPr lang="en-GB" dirty="0"/>
              <a:t>Now everything is discrete; finding a way to generate smooth </a:t>
            </a:r>
            <a:r>
              <a:rPr lang="en-GB"/>
              <a:t>manifolds would be nice</a:t>
            </a:r>
            <a:endParaRPr lang="en-GB" dirty="0"/>
          </a:p>
        </p:txBody>
      </p:sp>
    </p:spTree>
    <p:extLst>
      <p:ext uri="{BB962C8B-B14F-4D97-AF65-F5344CB8AC3E}">
        <p14:creationId xmlns:p14="http://schemas.microsoft.com/office/powerpoint/2010/main" val="1625968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1085</Words>
  <Application>Microsoft Office PowerPoint</Application>
  <PresentationFormat>Widescreen</PresentationFormat>
  <Paragraphs>112</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Cambria Math</vt:lpstr>
      <vt:lpstr>Wingdings</vt:lpstr>
      <vt:lpstr>Office Theme</vt:lpstr>
      <vt:lpstr>Manifold-Aware Macroeconomic Stress Path Construction</vt:lpstr>
      <vt:lpstr>Stress testing</vt:lpstr>
      <vt:lpstr>Introduce current path generation methods</vt:lpstr>
      <vt:lpstr>Manifold hypothesis</vt:lpstr>
      <vt:lpstr>Goal</vt:lpstr>
      <vt:lpstr>How we intend to achieve our goal</vt:lpstr>
      <vt:lpstr>Data</vt:lpstr>
      <vt:lpstr>Diffusion maps</vt:lpstr>
      <vt:lpstr>Building a graph</vt:lpstr>
      <vt:lpstr>Normalised transition matrix</vt:lpstr>
      <vt:lpstr>What diffusion coordinates represent</vt:lpstr>
      <vt:lpstr>Our diffusion embedding</vt:lpstr>
      <vt:lpstr>Density and plausibility</vt:lpstr>
      <vt:lpstr>Density in diffusion space</vt:lpstr>
      <vt:lpstr>Is there a link between density and plausibility</vt:lpstr>
      <vt:lpstr>Density and closeness in macro space</vt:lpstr>
      <vt:lpstr>Density-aware stress paths</vt:lpstr>
      <vt:lpstr>Usual shortest path</vt:lpstr>
      <vt:lpstr>Density-aware graph cost</vt:lpstr>
      <vt:lpstr>Density results</vt:lpstr>
      <vt:lpstr>Path visualisation</vt:lpstr>
      <vt:lpstr>Lifted paths</vt:lpstr>
      <vt:lpstr>Lifted paths plots</vt:lpstr>
      <vt:lpstr>HMM supporting validation</vt:lpstr>
      <vt:lpstr>Conclusions</vt:lpstr>
      <vt:lpstr>Contributions</vt:lpstr>
      <vt:lpstr>Limitations</vt:lpstr>
      <vt:lpstr>Possible extensions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Fowlie</dc:creator>
  <cp:lastModifiedBy>Adam Fowlie</cp:lastModifiedBy>
  <cp:revision>1</cp:revision>
  <dcterms:created xsi:type="dcterms:W3CDTF">2026-07-16T10:10:52Z</dcterms:created>
  <dcterms:modified xsi:type="dcterms:W3CDTF">2026-07-23T11:02:29Z</dcterms:modified>
</cp:coreProperties>
</file>